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5bcfcc86754e33" /><Relationship Type="http://schemas.openxmlformats.org/officeDocument/2006/relationships/extended-properties" Target="/docProps/app.xml" Id="R78390a79d81b455b" /><Relationship Type="http://schemas.openxmlformats.org/officeDocument/2006/relationships/officeDocument" Target="/ppt/presentation.xml" Id="Rdfd039bbb5904b2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9de99e34ba340ce"/>
  </p:sldMasterIdLst>
  <p:notesMasterIdLst>
    <p:notesMasterId xmlns:r="http://schemas.openxmlformats.org/officeDocument/2006/relationships" r:id="R936fc41b8fcd42db"/>
  </p:notesMasterIdLst>
  <p:sldIdLst>
    <p:sldId xmlns:r="http://schemas.openxmlformats.org/officeDocument/2006/relationships" id="256" r:id="R5800332ddefa4bcf"/>
    <p:sldId xmlns:r="http://schemas.openxmlformats.org/officeDocument/2006/relationships" id="257" r:id="Rf2d54afcd2ea4b69"/>
    <p:sldId xmlns:r="http://schemas.openxmlformats.org/officeDocument/2006/relationships" id="258" r:id="Re4ef33b862264faf"/>
    <p:sldId xmlns:r="http://schemas.openxmlformats.org/officeDocument/2006/relationships" id="259" r:id="R9b86a3c6c55249a3"/>
    <p:sldId xmlns:r="http://schemas.openxmlformats.org/officeDocument/2006/relationships" id="260" r:id="Rbd8845ce57f445bb"/>
    <p:sldId xmlns:r="http://schemas.openxmlformats.org/officeDocument/2006/relationships" id="261" r:id="Rcdbf95764d97421e"/>
    <p:sldId xmlns:r="http://schemas.openxmlformats.org/officeDocument/2006/relationships" id="262" r:id="Rf81af8939e6d4007"/>
    <p:sldId xmlns:r="http://schemas.openxmlformats.org/officeDocument/2006/relationships" id="263" r:id="R5407d62801674685"/>
    <p:sldId xmlns:r="http://schemas.openxmlformats.org/officeDocument/2006/relationships" id="264" r:id="Reb73e71d4d554050"/>
    <p:sldId xmlns:r="http://schemas.openxmlformats.org/officeDocument/2006/relationships" id="265" r:id="R1a31d846374d4cde"/>
    <p:sldId xmlns:r="http://schemas.openxmlformats.org/officeDocument/2006/relationships" id="266" r:id="R3fec1d70f54c4131"/>
    <p:sldId xmlns:r="http://schemas.openxmlformats.org/officeDocument/2006/relationships" id="267" r:id="Rb150931d6cd74daa"/>
    <p:sldId xmlns:r="http://schemas.openxmlformats.org/officeDocument/2006/relationships" id="268" r:id="R3e5713453a2a4229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46d1429de61b4cad"/>
      <p:bold xmlns:r="http://schemas.openxmlformats.org/officeDocument/2006/relationships" r:id="R8622a0666d3f462e"/>
    </p:embeddedFont>
    <p:embeddedFont>
      <p:font typeface="Google Sans Flex"/>
      <p:regular xmlns:r="http://schemas.openxmlformats.org/officeDocument/2006/relationships" r:id="Re9f201755a89453a"/>
      <p:bold xmlns:r="http://schemas.openxmlformats.org/officeDocument/2006/relationships" r:id="R0d512edc21a44f4b"/>
    </p:embeddedFont>
    <p:embeddedFont>
      <p:font typeface="Google Sans Flex SemiBold"/>
      <p:regular xmlns:r="http://schemas.openxmlformats.org/officeDocument/2006/relationships" r:id="Rd543b4d7253f42af"/>
      <p:bold xmlns:r="http://schemas.openxmlformats.org/officeDocument/2006/relationships" r:id="Re5dfe4b9740d45f4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57b492260d44ac" /><Relationship Type="http://schemas.openxmlformats.org/officeDocument/2006/relationships/slideMaster" Target="/ppt/slideMasters/slideMaster1.xml" Id="R29de99e34ba340ce" /><Relationship Type="http://schemas.openxmlformats.org/officeDocument/2006/relationships/notesMaster" Target="/ppt/notesMasters/notesMaster1.xml" Id="R936fc41b8fcd42db" /><Relationship Type="http://schemas.openxmlformats.org/officeDocument/2006/relationships/presProps" Target="/ppt/presProps.xml" Id="Rd80b64b7b73b4dba" /><Relationship Type="http://schemas.openxmlformats.org/officeDocument/2006/relationships/viewProps" Target="/ppt/viewProps.xml" Id="Rab1e8d6fadbf4b7c" /><Relationship Type="http://schemas.openxmlformats.org/officeDocument/2006/relationships/tableStyles" Target="/ppt/tableStyles.xml" Id="R5b120dad99f74ac1" /><Relationship Type="http://schemas.openxmlformats.org/officeDocument/2006/relationships/font" Target="/ppt/fonts/font.dat" Id="R46d1429de61b4cad" /><Relationship Type="http://schemas.openxmlformats.org/officeDocument/2006/relationships/font" Target="/ppt/fonts/font2.dat" Id="R8622a0666d3f462e" /><Relationship Type="http://schemas.openxmlformats.org/officeDocument/2006/relationships/font" Target="/ppt/fonts/font3.dat" Id="Re9f201755a89453a" /><Relationship Type="http://schemas.openxmlformats.org/officeDocument/2006/relationships/font" Target="/ppt/fonts/font4.dat" Id="R0d512edc21a44f4b" /><Relationship Type="http://schemas.openxmlformats.org/officeDocument/2006/relationships/font" Target="/ppt/fonts/font5.dat" Id="Rd543b4d7253f42af" /><Relationship Type="http://schemas.openxmlformats.org/officeDocument/2006/relationships/font" Target="/ppt/fonts/font6.dat" Id="Re5dfe4b9740d45f4" /><Relationship Type="http://schemas.openxmlformats.org/officeDocument/2006/relationships/slide" Target="/ppt/slides/slide1.xml" Id="R5800332ddefa4bcf" /><Relationship Type="http://schemas.openxmlformats.org/officeDocument/2006/relationships/slide" Target="/ppt/slides/slide2.xml" Id="Rf2d54afcd2ea4b69" /><Relationship Type="http://schemas.openxmlformats.org/officeDocument/2006/relationships/slide" Target="/ppt/slides/slide3.xml" Id="Re4ef33b862264faf" /><Relationship Type="http://schemas.openxmlformats.org/officeDocument/2006/relationships/slide" Target="/ppt/slides/slide4.xml" Id="R9b86a3c6c55249a3" /><Relationship Type="http://schemas.openxmlformats.org/officeDocument/2006/relationships/slide" Target="/ppt/slides/slide5.xml" Id="Rbd8845ce57f445bb" /><Relationship Type="http://schemas.openxmlformats.org/officeDocument/2006/relationships/slide" Target="/ppt/slides/slide6.xml" Id="Rcdbf95764d97421e" /><Relationship Type="http://schemas.openxmlformats.org/officeDocument/2006/relationships/slide" Target="/ppt/slides/slide7.xml" Id="Rf81af8939e6d4007" /><Relationship Type="http://schemas.openxmlformats.org/officeDocument/2006/relationships/slide" Target="/ppt/slides/slide8.xml" Id="R5407d62801674685" /><Relationship Type="http://schemas.openxmlformats.org/officeDocument/2006/relationships/slide" Target="/ppt/slides/slide9.xml" Id="Reb73e71d4d554050" /><Relationship Type="http://schemas.openxmlformats.org/officeDocument/2006/relationships/slide" Target="/ppt/slides/slide10.xml" Id="R1a31d846374d4cde" /><Relationship Type="http://schemas.openxmlformats.org/officeDocument/2006/relationships/slide" Target="/ppt/slides/slide11.xml" Id="R3fec1d70f54c4131" /><Relationship Type="http://schemas.openxmlformats.org/officeDocument/2006/relationships/slide" Target="/ppt/slides/slide12.xml" Id="Rb150931d6cd74daa" /><Relationship Type="http://schemas.openxmlformats.org/officeDocument/2006/relationships/slide" Target="/ppt/slides/slide13.xml" Id="R3e5713453a2a42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a013ba4c0648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db18cf06d64ebd" /><Relationship Type="http://schemas.openxmlformats.org/officeDocument/2006/relationships/notesMaster" Target="/ppt/notesMasters/notesMaster1.xml" Id="Raec5b77e29a64b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54c702b0f84eac" /><Relationship Type="http://schemas.openxmlformats.org/officeDocument/2006/relationships/notesMaster" Target="/ppt/notesMasters/notesMaster1.xml" Id="Rd4f6026f12a54a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3a27b6acb348c5" /><Relationship Type="http://schemas.openxmlformats.org/officeDocument/2006/relationships/notesMaster" Target="/ppt/notesMasters/notesMaster1.xml" Id="R5de002d280544a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5105cd607541ba" /><Relationship Type="http://schemas.openxmlformats.org/officeDocument/2006/relationships/notesMaster" Target="/ppt/notesMasters/notesMaster1.xml" Id="Ra5b21c5bdc5d44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74c7964a764268" /><Relationship Type="http://schemas.openxmlformats.org/officeDocument/2006/relationships/notesMaster" Target="/ppt/notesMasters/notesMaster1.xml" Id="R142fe7301dcc46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3de193dd104e78" /><Relationship Type="http://schemas.openxmlformats.org/officeDocument/2006/relationships/notesMaster" Target="/ppt/notesMasters/notesMaster1.xml" Id="R8e456c2559a64b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5090578c194267" /><Relationship Type="http://schemas.openxmlformats.org/officeDocument/2006/relationships/notesMaster" Target="/ppt/notesMasters/notesMaster1.xml" Id="Rca8138d3463345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610e6abc474c00" /><Relationship Type="http://schemas.openxmlformats.org/officeDocument/2006/relationships/notesMaster" Target="/ppt/notesMasters/notesMaster1.xml" Id="R0fdd3f165b6b45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cd2c7994964126" /><Relationship Type="http://schemas.openxmlformats.org/officeDocument/2006/relationships/notesMaster" Target="/ppt/notesMasters/notesMaster1.xml" Id="R015b6f4fc52a44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8d50a31a2b40a8" /><Relationship Type="http://schemas.openxmlformats.org/officeDocument/2006/relationships/notesMaster" Target="/ppt/notesMasters/notesMaster1.xml" Id="Rddd42a3fd98247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b7a805d5d94eec" /><Relationship Type="http://schemas.openxmlformats.org/officeDocument/2006/relationships/notesMaster" Target="/ppt/notesMasters/notesMaster1.xml" Id="R22bdfb68029d4f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ef2c4b7a354234" /><Relationship Type="http://schemas.openxmlformats.org/officeDocument/2006/relationships/notesMaster" Target="/ppt/notesMasters/notesMaster1.xml" Id="R8ea23125a7454d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e793735c844f13" /><Relationship Type="http://schemas.openxmlformats.org/officeDocument/2006/relationships/notesMaster" Target="/ppt/notesMasters/notesMaster1.xml" Id="Rc75f6ce3086a4e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Cloud deployment design, supported by firebase.json, backend/Dockerfile and backend/app/hub_store.py. Local demonstrations use SQLite. Gemini interprets intent; deterministic backend workflows control booking and permissions.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Actual local application screenshots captured 18 October 2026. The app uses simulated service providers for prototype transactions.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docs/local-verification-2026-10-17.md records 442 passing backend tests (5 emulator tests skipped); .local/categories-final.txt records 246 passing frontend tests on 18 October. Final dropdown UI subset: 71 passing tests, build and lint passed. Counts are automated regression coverage, not live production benchmarks or model accuracy.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Replace all three link placeholders before submission. Links must be publicly accessible throughout evaluation.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c03131f7f46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da04a8afc48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9e113f9f540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7577c6ad44d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71a73574346f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391c9276f4d3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3ad39ee03483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4520e302d4c2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116004e9d418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5ddec6001403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a62b3dcf7d4bea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A1BF4268-0C52-4DC1-AF27-6384F647210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80B661C7-394D-4F8E-940F-5544676B25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9D40752E-81E4-487C-92D4-D7E3E01585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29AC6BA7-5C4C-4603-8932-E1BDFFF8B4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0FEE31FE-7365-4DBE-B391-93F0A75F61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98C8743D-D287-48BC-9612-E0550423C5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13C5D3D1-A289-496D-8C97-2965223783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956BA282-1BF2-48D6-B95F-395C6CDCE8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3D5EB8AC-47F3-4054-8F98-A154C45C51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60A128FC-1753-41D0-8E9A-50528B0F6A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D3B4DEA2-3C7E-4816-B989-FD39419BBF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DF09A05D-F8FD-41B7-A019-D6B8523276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F36DDD1D-5E75-42B8-8776-9990117247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3F78CBB2-EAD6-41AD-9CE7-8CD7B788AE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C91B036D-7735-4F51-9570-7699F48179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1E00BCDE-35CD-4CD4-8AB3-D17FF9AF6A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41388BC1-F979-471C-B35A-9C194A1091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99D74496-49B8-442B-A17E-5169E8686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21ABD7F2-4FBC-42E8-B89D-2ECFEF9A2D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9C754DD9-AADF-4270-A90B-69D8FB92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44A4020C-23A5-4E36-9BF9-C3789148F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76D1554F-EEFE-4F26-857B-1A0DFDB6C75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49DCE975-DEF3-44AD-B1EB-3B732FA0D5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64D81D3C-23FA-404F-ADAC-9493B90772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DAF06284-7E52-499F-BE8C-5D5979A248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C16774CC-7DB7-412D-8149-411C00E84C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910CAF58-663C-40C5-967A-6405BF4910A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08C62975-C852-4E6A-88C3-238315C731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63B94E98-FD9F-42A8-9AA6-C5482E0BFE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34159F76-DB84-4F47-A5AC-2C33748E39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ea54a6d3964759" /><Relationship Type="http://schemas.openxmlformats.org/officeDocument/2006/relationships/slideLayout" Target="/ppt/slideLayouts/slideLayout1.xml" Id="Rfc6c15b6f5494661" /><Relationship Type="http://schemas.openxmlformats.org/officeDocument/2006/relationships/slideLayout" Target="/ppt/slideLayouts/slideLayout2.xml" Id="R59de1884d82240ff" /><Relationship Type="http://schemas.openxmlformats.org/officeDocument/2006/relationships/slideLayout" Target="/ppt/slideLayouts/slideLayout3.xml" Id="R77c255da840d41fe" /><Relationship Type="http://schemas.openxmlformats.org/officeDocument/2006/relationships/slideLayout" Target="/ppt/slideLayouts/slideLayout4.xml" Id="Rb36c4999312045d5" /><Relationship Type="http://schemas.openxmlformats.org/officeDocument/2006/relationships/slideLayout" Target="/ppt/slideLayouts/slideLayout5.xml" Id="R48cb55d8fd1b4dbb" /><Relationship Type="http://schemas.openxmlformats.org/officeDocument/2006/relationships/slideLayout" Target="/ppt/slideLayouts/slideLayout6.xml" Id="R65e9ede6b72542a6" /><Relationship Type="http://schemas.openxmlformats.org/officeDocument/2006/relationships/slideLayout" Target="/ppt/slideLayouts/slideLayout7.xml" Id="R29572b2b01064d93" /><Relationship Type="http://schemas.openxmlformats.org/officeDocument/2006/relationships/slideLayout" Target="/ppt/slideLayouts/slideLayout8.xml" Id="Re53251604f1a4b16" /><Relationship Type="http://schemas.openxmlformats.org/officeDocument/2006/relationships/slideLayout" Target="/ppt/slideLayouts/slideLayout9.xml" Id="Rd7d51098b42d4c7e" /><Relationship Type="http://schemas.openxmlformats.org/officeDocument/2006/relationships/slideLayout" Target="/ppt/slideLayouts/slideLayout10.xml" Id="Rdad79c8d9517465c" /><Relationship Type="http://schemas.openxmlformats.org/officeDocument/2006/relationships/slideLayout" Target="/ppt/slideLayouts/slideLayout11.xml" Id="R89f5fb494c0f4744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F58E1BE6-30FD-4929-B1F3-54DA8189E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8F591F7-2C3C-4D8E-8972-57BCC36EC2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4EAD404E-9EF9-4F31-8400-A1F21730A2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6c15b6f5494661"/>
    <p:sldLayoutId xmlns:r="http://schemas.openxmlformats.org/officeDocument/2006/relationships" id="2147483650" r:id="R59de1884d82240ff"/>
    <p:sldLayoutId xmlns:r="http://schemas.openxmlformats.org/officeDocument/2006/relationships" id="2147483651" r:id="R77c255da840d41fe"/>
    <p:sldLayoutId xmlns:r="http://schemas.openxmlformats.org/officeDocument/2006/relationships" id="2147483652" r:id="Rb36c4999312045d5"/>
    <p:sldLayoutId xmlns:r="http://schemas.openxmlformats.org/officeDocument/2006/relationships" id="2147483653" r:id="R48cb55d8fd1b4dbb"/>
    <p:sldLayoutId xmlns:r="http://schemas.openxmlformats.org/officeDocument/2006/relationships" id="2147483654" r:id="R65e9ede6b72542a6"/>
    <p:sldLayoutId xmlns:r="http://schemas.openxmlformats.org/officeDocument/2006/relationships" id="2147483655" r:id="R29572b2b01064d93"/>
    <p:sldLayoutId xmlns:r="http://schemas.openxmlformats.org/officeDocument/2006/relationships" id="2147483656" r:id="Re53251604f1a4b16"/>
    <p:sldLayoutId xmlns:r="http://schemas.openxmlformats.org/officeDocument/2006/relationships" id="2147483657" r:id="Rd7d51098b42d4c7e"/>
    <p:sldLayoutId xmlns:r="http://schemas.openxmlformats.org/officeDocument/2006/relationships" id="2147483658" r:id="Rdad79c8d9517465c"/>
    <p:sldLayoutId xmlns:r="http://schemas.openxmlformats.org/officeDocument/2006/relationships" id="2147483659" r:id="R89f5fb494c0f474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e6c77e2a74a7a" /><Relationship Type="http://schemas.openxmlformats.org/officeDocument/2006/relationships/image" Target="/ppt/media/image.png" Id="R26196edf95dc4de9" /><Relationship Type="http://schemas.openxmlformats.org/officeDocument/2006/relationships/image" Target="/ppt/media/image2.png" Id="R291a6e522d5c43c8" /><Relationship Type="http://schemas.openxmlformats.org/officeDocument/2006/relationships/notesSlide" Target="/ppt/notesSlides/notesSlide1.xml" Id="R9c6a019cb03744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764cc1f3e4135" /><Relationship Type="http://schemas.openxmlformats.org/officeDocument/2006/relationships/image" Target="/ppt/media/image3.png" Id="R351ea10939384259" /><Relationship Type="http://schemas.openxmlformats.org/officeDocument/2006/relationships/notesSlide" Target="/ppt/notesSlides/notesSlide2.xml" Id="Rc970a88943914f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03a28ab714677" /><Relationship Type="http://schemas.openxmlformats.org/officeDocument/2006/relationships/image" Target="/ppt/media/image2.png" Id="R1e687e045523486b" /><Relationship Type="http://schemas.openxmlformats.org/officeDocument/2006/relationships/image" Target="/ppt/media/image3.png" Id="R490086265445456d" /><Relationship Type="http://schemas.openxmlformats.org/officeDocument/2006/relationships/notesSlide" Target="/ppt/notesSlides/notesSlide3.xml" Id="R5f30f511ec3648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b8db5f91d4844" /><Relationship Type="http://schemas.openxmlformats.org/officeDocument/2006/relationships/image" Target="/ppt/media/image2.png" Id="Rb8a794c80feb4854" /><Relationship Type="http://schemas.openxmlformats.org/officeDocument/2006/relationships/image" Target="/ppt/media/image3.png" Id="Rb82a9f43e4db4509" /><Relationship Type="http://schemas.openxmlformats.org/officeDocument/2006/relationships/notesSlide" Target="/ppt/notesSlides/notesSlide4.xml" Id="Rab38ff1e23374f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9dfe5543243a9" /><Relationship Type="http://schemas.openxmlformats.org/officeDocument/2006/relationships/image" Target="/ppt/media/image2.png" Id="R4aa6d5aa8bd04bbe" /><Relationship Type="http://schemas.openxmlformats.org/officeDocument/2006/relationships/image" Target="/ppt/media/image3.png" Id="Re32d6fd7e4e546e5" /><Relationship Type="http://schemas.openxmlformats.org/officeDocument/2006/relationships/notesSlide" Target="/ppt/notesSlides/notesSlide5.xml" Id="R0601b48305a54f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ee1aef8ce4387" /><Relationship Type="http://schemas.openxmlformats.org/officeDocument/2006/relationships/image" Target="/ppt/media/image2.png" Id="R76c4c2d12deb4cb8" /><Relationship Type="http://schemas.openxmlformats.org/officeDocument/2006/relationships/image" Target="/ppt/media/image3.png" Id="R8918e50a368c4082" /><Relationship Type="http://schemas.openxmlformats.org/officeDocument/2006/relationships/notesSlide" Target="/ppt/notesSlides/notesSlide6.xml" Id="R682d50a8beab48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024a97bb54798" /><Relationship Type="http://schemas.openxmlformats.org/officeDocument/2006/relationships/image" Target="/ppt/media/image2.png" Id="Rb964c197fd6541f4" /><Relationship Type="http://schemas.openxmlformats.org/officeDocument/2006/relationships/image" Target="/ppt/media/image3.png" Id="Ra780b23af6ab40d2" /><Relationship Type="http://schemas.openxmlformats.org/officeDocument/2006/relationships/notesSlide" Target="/ppt/notesSlides/notesSlide7.xml" Id="R76acc1d25cf64d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26298ce7e4848" /><Relationship Type="http://schemas.openxmlformats.org/officeDocument/2006/relationships/image" Target="/ppt/media/image2.png" Id="R131c593136744d40" /><Relationship Type="http://schemas.openxmlformats.org/officeDocument/2006/relationships/image" Target="/ppt/media/image3.png" Id="Rad5676cacdf04d8a" /><Relationship Type="http://schemas.openxmlformats.org/officeDocument/2006/relationships/notesSlide" Target="/ppt/notesSlides/notesSlide8.xml" Id="R114227236ca948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aa6dd24ec45d1" /><Relationship Type="http://schemas.openxmlformats.org/officeDocument/2006/relationships/image" Target="/ppt/media/image2.png" Id="R5c7b0d25e79f4437" /><Relationship Type="http://schemas.openxmlformats.org/officeDocument/2006/relationships/image" Target="/ppt/media/image3.png" Id="R681149bcbf6e4357" /><Relationship Type="http://schemas.openxmlformats.org/officeDocument/2006/relationships/image" Target="/ppt/media/image4.png" Id="R6fdc33209fad4b54" /><Relationship Type="http://schemas.openxmlformats.org/officeDocument/2006/relationships/image" Target="/ppt/media/image5.png" Id="R9557be8c3ce14932" /><Relationship Type="http://schemas.openxmlformats.org/officeDocument/2006/relationships/image" Target="/ppt/media/image6.png" Id="R70c8eed200774ca8" /><Relationship Type="http://schemas.openxmlformats.org/officeDocument/2006/relationships/notesSlide" Target="/ppt/notesSlides/notesSlide9.xml" Id="R0cadd50f684841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94649449c4be9" /><Relationship Type="http://schemas.openxmlformats.org/officeDocument/2006/relationships/image" Target="/ppt/media/image2.png" Id="R3e147501084d470c" /><Relationship Type="http://schemas.openxmlformats.org/officeDocument/2006/relationships/image" Target="/ppt/media/image3.png" Id="R101af8a6a6ed4887" /><Relationship Type="http://schemas.openxmlformats.org/officeDocument/2006/relationships/notesSlide" Target="/ppt/notesSlides/notesSlide10.xml" Id="R8cb11a4efa7540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930668a294faf" /><Relationship Type="http://schemas.openxmlformats.org/officeDocument/2006/relationships/image" Target="/ppt/media/image2.png" Id="R4a91e5c2e0bd4957" /><Relationship Type="http://schemas.openxmlformats.org/officeDocument/2006/relationships/image" Target="/ppt/media/image3.png" Id="R41eb5000b1be4d52" /><Relationship Type="http://schemas.openxmlformats.org/officeDocument/2006/relationships/notesSlide" Target="/ppt/notesSlides/notesSlide11.xml" Id="Rdd16101d92ee476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7f35ad27f40ed" /><Relationship Type="http://schemas.openxmlformats.org/officeDocument/2006/relationships/image" Target="/ppt/media/image2.png" Id="Ra735514e53ad45d7" /><Relationship Type="http://schemas.openxmlformats.org/officeDocument/2006/relationships/image" Target="/ppt/media/image3.png" Id="Rdffa154295a24c64" /><Relationship Type="http://schemas.openxmlformats.org/officeDocument/2006/relationships/notesSlide" Target="/ppt/notesSlides/notesSlide12.xml" Id="R9c19aeec75434c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01a8bcb1b48de" /><Relationship Type="http://schemas.openxmlformats.org/officeDocument/2006/relationships/image" Target="/ppt/media/image2.png" Id="R90828dbecd7942ba" /><Relationship Type="http://schemas.openxmlformats.org/officeDocument/2006/relationships/image" Target="/ppt/media/image7.png" Id="R1a15f8aa91094e21" /><Relationship Type="http://schemas.openxmlformats.org/officeDocument/2006/relationships/notesSlide" Target="/ppt/notesSlides/notesSlide13.xml" Id="Rc508ea2531b14f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6CDB8918-DE96-48BF-A2DA-5289B50EF8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96edf95dc4de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4E92DC41-9FEE-4911-8065-9FEBDF0C74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1a6e522d5c43c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C8255E-AFAE-4E94-86C8-E94B81E2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95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967D2"/>
                </a:solidFill>
              </a:defRPr>
            </a:defPPr>
            <a:lvl1pPr>
              <a:defRPr sz="2700" b="1">
                <a:solidFill>
                  <a:srgbClr val="1967D2"/>
                </a:solidFill>
              </a:defRPr>
            </a:lvl1pPr>
            <a:lvl2pPr>
              <a:defRPr sz="2700" b="1">
                <a:solidFill>
                  <a:srgbClr val="1967D2"/>
                </a:solidFill>
              </a:defRPr>
            </a:lvl2pPr>
            <a:lvl3pPr>
              <a:defRPr sz="2700" b="1">
                <a:solidFill>
                  <a:srgbClr val="1967D2"/>
                </a:solidFill>
              </a:defRPr>
            </a:lvl3pPr>
            <a:lvl4pPr>
              <a:defRPr sz="2700" b="1">
                <a:solidFill>
                  <a:srgbClr val="1967D2"/>
                </a:solidFill>
              </a:defRPr>
            </a:lvl4pPr>
            <a:lvl5pPr>
              <a:defRPr sz="2700" b="1">
                <a:solidFill>
                  <a:srgbClr val="1967D2"/>
                </a:solidFill>
              </a:defRPr>
            </a:lvl5pPr>
            <a:lvl6pPr>
              <a:defRPr sz="2700" b="1">
                <a:solidFill>
                  <a:srgbClr val="1967D2"/>
                </a:solidFill>
              </a:defRPr>
            </a:lvl6pPr>
            <a:lvl7pPr>
              <a:defRPr sz="2700" b="1">
                <a:solidFill>
                  <a:srgbClr val="1967D2"/>
                </a:solidFill>
              </a:defRPr>
            </a:lvl7pPr>
            <a:lvl8pPr>
              <a:defRPr sz="2700" b="1">
                <a:solidFill>
                  <a:srgbClr val="1967D2"/>
                </a:solidFill>
              </a:defRPr>
            </a:lvl8pPr>
            <a:lvl9pPr>
              <a:defRPr sz="2700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967D2"/>
                </a:solidFill>
              </a:defRPr>
            </a:pPr>
            <a:r>
              <a:rPr sz="2700" b="1">
                <a:solidFill>
                  <a:srgbClr val="1967D2"/>
                </a:solidFill>
              </a:rPr>
              <a:t>SAATHI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D1E73E-E5CA-47A7-8875-1836D4E7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718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02124"/>
                </a:solidFill>
              </a:defRPr>
            </a:defPPr>
            <a:lvl1pPr>
              <a:defRPr sz="1950" b="0">
                <a:solidFill>
                  <a:srgbClr val="202124"/>
                </a:solidFill>
              </a:defRPr>
            </a:lvl1pPr>
            <a:lvl2pPr>
              <a:defRPr sz="1950" b="0">
                <a:solidFill>
                  <a:srgbClr val="202124"/>
                </a:solidFill>
              </a:defRPr>
            </a:lvl2pPr>
            <a:lvl3pPr>
              <a:defRPr sz="1950" b="0">
                <a:solidFill>
                  <a:srgbClr val="202124"/>
                </a:solidFill>
              </a:defRPr>
            </a:lvl3pPr>
            <a:lvl4pPr>
              <a:defRPr sz="1950" b="0">
                <a:solidFill>
                  <a:srgbClr val="202124"/>
                </a:solidFill>
              </a:defRPr>
            </a:lvl4pPr>
            <a:lvl5pPr>
              <a:defRPr sz="1950" b="0">
                <a:solidFill>
                  <a:srgbClr val="202124"/>
                </a:solidFill>
              </a:defRPr>
            </a:lvl5pPr>
            <a:lvl6pPr>
              <a:defRPr sz="1950" b="0">
                <a:solidFill>
                  <a:srgbClr val="202124"/>
                </a:solidFill>
              </a:defRPr>
            </a:lvl6pPr>
            <a:lvl7pPr>
              <a:defRPr sz="1950" b="0">
                <a:solidFill>
                  <a:srgbClr val="202124"/>
                </a:solidFill>
              </a:defRPr>
            </a:lvl7pPr>
            <a:lvl8pPr>
              <a:defRPr sz="1950" b="0">
                <a:solidFill>
                  <a:srgbClr val="202124"/>
                </a:solidFill>
              </a:defRPr>
            </a:lvl8pPr>
            <a:lvl9pPr>
              <a:defRPr sz="19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124"/>
                </a:solidFill>
              </a:defRPr>
            </a:pPr>
            <a:r>
              <a:rPr sz="1950" b="0">
                <a:solidFill>
                  <a:srgbClr val="202124"/>
                </a:solidFill>
              </a:rPr>
              <a:t>One app for everyday independence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A8478B5-2845-46F1-A6A1-0CDBFC33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57625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02124"/>
                </a:solidFill>
              </a:defRPr>
            </a:defPPr>
            <a:lvl1pPr>
              <a:defRPr sz="1650" b="0">
                <a:solidFill>
                  <a:srgbClr val="202124"/>
                </a:solidFill>
              </a:defRPr>
            </a:lvl1pPr>
            <a:lvl2pPr>
              <a:defRPr sz="1650" b="0">
                <a:solidFill>
                  <a:srgbClr val="202124"/>
                </a:solidFill>
              </a:defRPr>
            </a:lvl2pPr>
            <a:lvl3pPr>
              <a:defRPr sz="1650" b="0">
                <a:solidFill>
                  <a:srgbClr val="202124"/>
                </a:solidFill>
              </a:defRPr>
            </a:lvl3pPr>
            <a:lvl4pPr>
              <a:defRPr sz="1650" b="0">
                <a:solidFill>
                  <a:srgbClr val="202124"/>
                </a:solidFill>
              </a:defRPr>
            </a:lvl4pPr>
            <a:lvl5pPr>
              <a:defRPr sz="1650" b="0">
                <a:solidFill>
                  <a:srgbClr val="202124"/>
                </a:solidFill>
              </a:defRPr>
            </a:lvl5pPr>
            <a:lvl6pPr>
              <a:defRPr sz="1650" b="0">
                <a:solidFill>
                  <a:srgbClr val="202124"/>
                </a:solidFill>
              </a:defRPr>
            </a:lvl6pPr>
            <a:lvl7pPr>
              <a:defRPr sz="1650" b="0">
                <a:solidFill>
                  <a:srgbClr val="202124"/>
                </a:solidFill>
              </a:defRPr>
            </a:lvl7pPr>
            <a:lvl8pPr>
              <a:defRPr sz="1650" b="0">
                <a:solidFill>
                  <a:srgbClr val="202124"/>
                </a:solidFill>
              </a:defRPr>
            </a:lvl8pPr>
            <a:lvl9pPr>
              <a:defRPr sz="16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Team: git set go     Leader: Lokita Varma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C9CE667-20C6-49EC-8A9D-85861AAA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81475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02124"/>
                </a:solidFill>
              </a:defRPr>
            </a:defPPr>
            <a:lvl1pPr>
              <a:defRPr sz="1650" b="0">
                <a:solidFill>
                  <a:srgbClr val="202124"/>
                </a:solidFill>
              </a:defRPr>
            </a:lvl1pPr>
            <a:lvl2pPr>
              <a:defRPr sz="1650" b="0">
                <a:solidFill>
                  <a:srgbClr val="202124"/>
                </a:solidFill>
              </a:defRPr>
            </a:lvl2pPr>
            <a:lvl3pPr>
              <a:defRPr sz="1650" b="0">
                <a:solidFill>
                  <a:srgbClr val="202124"/>
                </a:solidFill>
              </a:defRPr>
            </a:lvl3pPr>
            <a:lvl4pPr>
              <a:defRPr sz="1650" b="0">
                <a:solidFill>
                  <a:srgbClr val="202124"/>
                </a:solidFill>
              </a:defRPr>
            </a:lvl4pPr>
            <a:lvl5pPr>
              <a:defRPr sz="1650" b="0">
                <a:solidFill>
                  <a:srgbClr val="202124"/>
                </a:solidFill>
              </a:defRPr>
            </a:lvl5pPr>
            <a:lvl6pPr>
              <a:defRPr sz="1650" b="0">
                <a:solidFill>
                  <a:srgbClr val="202124"/>
                </a:solidFill>
              </a:defRPr>
            </a:lvl6pPr>
            <a:lvl7pPr>
              <a:defRPr sz="1650" b="0">
                <a:solidFill>
                  <a:srgbClr val="202124"/>
                </a:solidFill>
              </a:defRPr>
            </a:lvl7pPr>
            <a:lvl8pPr>
              <a:defRPr sz="1650" b="0">
                <a:solidFill>
                  <a:srgbClr val="202124"/>
                </a:solidFill>
              </a:defRPr>
            </a:lvl8pPr>
            <a:lvl9pPr>
              <a:defRPr sz="16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Team member: Sarthak Bhan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E2B51A6-0C32-4DC7-B59E-AF66EA20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F6368"/>
                </a:solidFill>
              </a:defRPr>
            </a:defPPr>
            <a:lvl1pPr>
              <a:defRPr sz="1500" b="0">
                <a:solidFill>
                  <a:srgbClr val="5F6368"/>
                </a:solidFill>
              </a:defRPr>
            </a:lvl1pPr>
            <a:lvl2pPr>
              <a:defRPr sz="1500" b="0">
                <a:solidFill>
                  <a:srgbClr val="5F6368"/>
                </a:solidFill>
              </a:defRPr>
            </a:lvl2pPr>
            <a:lvl3pPr>
              <a:defRPr sz="1500" b="0">
                <a:solidFill>
                  <a:srgbClr val="5F6368"/>
                </a:solidFill>
              </a:defRPr>
            </a:lvl3pPr>
            <a:lvl4pPr>
              <a:defRPr sz="1500" b="0">
                <a:solidFill>
                  <a:srgbClr val="5F6368"/>
                </a:solidFill>
              </a:defRPr>
            </a:lvl4pPr>
            <a:lvl5pPr>
              <a:defRPr sz="1500" b="0">
                <a:solidFill>
                  <a:srgbClr val="5F6368"/>
                </a:solidFill>
              </a:defRPr>
            </a:lvl5pPr>
            <a:lvl6pPr>
              <a:defRPr sz="1500" b="0">
                <a:solidFill>
                  <a:srgbClr val="5F6368"/>
                </a:solidFill>
              </a:defRPr>
            </a:lvl6pPr>
            <a:lvl7pPr>
              <a:defRPr sz="1500" b="0">
                <a:solidFill>
                  <a:srgbClr val="5F6368"/>
                </a:solidFill>
              </a:defRPr>
            </a:lvl7pPr>
            <a:lvl8pPr>
              <a:defRPr sz="1500" b="0">
                <a:solidFill>
                  <a:srgbClr val="5F6368"/>
                </a:solidFill>
              </a:defRPr>
            </a:lvl8pPr>
            <a:lvl9pPr>
              <a:defRPr sz="1500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Problem: essential services are hard to access for people with low digital confidence.</a:t>
            </a:r>
          </a:p>
        </p:txBody>
      </p:sp>
    </p:spTree>
    <p:extLst>
      <p:ext uri="{BB962C8B-B14F-4D97-AF65-F5344CB8AC3E}">
        <p14:creationId xmlns:p14="http://schemas.microsoft.com/office/powerpoint/2010/main" val="17516928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C7EE7E8E-C87B-45AD-9E20-E8AE4C2855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ea1093938425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72172ACB-FD5D-4F33-94BA-644F6F0D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75D82B83-78EC-4E93-9265-C43319A0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39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2124"/>
                </a:solidFill>
              </a:defRPr>
            </a:defPPr>
            <a:lvl1pPr>
              <a:defRPr sz="2100" b="1">
                <a:solidFill>
                  <a:srgbClr val="202124"/>
                </a:solidFill>
              </a:defRPr>
            </a:lvl1pPr>
            <a:lvl2pPr>
              <a:defRPr sz="2100" b="1">
                <a:solidFill>
                  <a:srgbClr val="202124"/>
                </a:solidFill>
              </a:defRPr>
            </a:lvl2pPr>
            <a:lvl3pPr>
              <a:defRPr sz="2100" b="1">
                <a:solidFill>
                  <a:srgbClr val="202124"/>
                </a:solidFill>
              </a:defRPr>
            </a:lvl3pPr>
            <a:lvl4pPr>
              <a:defRPr sz="2100" b="1">
                <a:solidFill>
                  <a:srgbClr val="202124"/>
                </a:solidFill>
              </a:defRPr>
            </a:lvl4pPr>
            <a:lvl5pPr>
              <a:defRPr sz="2100" b="1">
                <a:solidFill>
                  <a:srgbClr val="202124"/>
                </a:solidFill>
              </a:defRPr>
            </a:lvl5pPr>
            <a:lvl6pPr>
              <a:defRPr sz="2100" b="1">
                <a:solidFill>
                  <a:srgbClr val="202124"/>
                </a:solidFill>
              </a:defRPr>
            </a:lvl6pPr>
            <a:lvl7pPr>
              <a:defRPr sz="2100" b="1">
                <a:solidFill>
                  <a:srgbClr val="202124"/>
                </a:solidFill>
              </a:defRPr>
            </a:lvl7pPr>
            <a:lvl8pPr>
              <a:defRPr sz="2100" b="1">
                <a:solidFill>
                  <a:srgbClr val="202124"/>
                </a:solidFill>
              </a:defRPr>
            </a:lvl8pPr>
            <a:lvl9pPr>
              <a:defRPr sz="2100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02124"/>
                </a:solidFill>
              </a:defRPr>
            </a:pPr>
            <a:r>
              <a:rPr sz="2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8FC5435-CE63-4DEA-AA2D-7DEFDD40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906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967D2"/>
                </a:solidFill>
              </a:defRPr>
            </a:defPPr>
            <a:lvl1pPr>
              <a:defRPr sz="2850" b="1">
                <a:solidFill>
                  <a:srgbClr val="1967D2"/>
                </a:solidFill>
              </a:defRPr>
            </a:lvl1pPr>
            <a:lvl2pPr>
              <a:defRPr sz="2850" b="1">
                <a:solidFill>
                  <a:srgbClr val="1967D2"/>
                </a:solidFill>
              </a:defRPr>
            </a:lvl2pPr>
            <a:lvl3pPr>
              <a:defRPr sz="2850" b="1">
                <a:solidFill>
                  <a:srgbClr val="1967D2"/>
                </a:solidFill>
              </a:defRPr>
            </a:lvl3pPr>
            <a:lvl4pPr>
              <a:defRPr sz="2850" b="1">
                <a:solidFill>
                  <a:srgbClr val="1967D2"/>
                </a:solidFill>
              </a:defRPr>
            </a:lvl4pPr>
            <a:lvl5pPr>
              <a:defRPr sz="2850" b="1">
                <a:solidFill>
                  <a:srgbClr val="1967D2"/>
                </a:solidFill>
              </a:defRPr>
            </a:lvl5pPr>
            <a:lvl6pPr>
              <a:defRPr sz="2850" b="1">
                <a:solidFill>
                  <a:srgbClr val="1967D2"/>
                </a:solidFill>
              </a:defRPr>
            </a:lvl6pPr>
            <a:lvl7pPr>
              <a:defRPr sz="2850" b="1">
                <a:solidFill>
                  <a:srgbClr val="1967D2"/>
                </a:solidFill>
              </a:defRPr>
            </a:lvl7pPr>
            <a:lvl8pPr>
              <a:defRPr sz="2850" b="1">
                <a:solidFill>
                  <a:srgbClr val="1967D2"/>
                </a:solidFill>
              </a:defRPr>
            </a:lvl8pPr>
            <a:lvl9pPr>
              <a:defRPr sz="2850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967D2"/>
                </a:solidFill>
              </a:defRPr>
            </a:pPr>
            <a:r>
              <a:rPr sz="2850" b="1">
                <a:solidFill>
                  <a:srgbClr val="1967D2"/>
                </a:solidFill>
              </a:rPr>
              <a:t>Everyday services, through one conversation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5FCC364-BBF7-4583-BBC9-2C13D4D0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02124"/>
                </a:solidFill>
              </a:defRPr>
            </a:defPPr>
            <a:lvl1pPr>
              <a:defRPr sz="2025" b="0">
                <a:solidFill>
                  <a:srgbClr val="202124"/>
                </a:solidFill>
              </a:defRPr>
            </a:lvl1pPr>
            <a:lvl2pPr>
              <a:defRPr sz="2025" b="0">
                <a:solidFill>
                  <a:srgbClr val="202124"/>
                </a:solidFill>
              </a:defRPr>
            </a:lvl2pPr>
            <a:lvl3pPr>
              <a:defRPr sz="2025" b="0">
                <a:solidFill>
                  <a:srgbClr val="202124"/>
                </a:solidFill>
              </a:defRPr>
            </a:lvl3pPr>
            <a:lvl4pPr>
              <a:defRPr sz="2025" b="0">
                <a:solidFill>
                  <a:srgbClr val="202124"/>
                </a:solidFill>
              </a:defRPr>
            </a:lvl4pPr>
            <a:lvl5pPr>
              <a:defRPr sz="2025" b="0">
                <a:solidFill>
                  <a:srgbClr val="202124"/>
                </a:solidFill>
              </a:defRPr>
            </a:lvl5pPr>
            <a:lvl6pPr>
              <a:defRPr sz="2025" b="0">
                <a:solidFill>
                  <a:srgbClr val="202124"/>
                </a:solidFill>
              </a:defRPr>
            </a:lvl6pPr>
            <a:lvl7pPr>
              <a:defRPr sz="2025" b="0">
                <a:solidFill>
                  <a:srgbClr val="202124"/>
                </a:solidFill>
              </a:defRPr>
            </a:lvl7pPr>
            <a:lvl8pPr>
              <a:defRPr sz="2025" b="0">
                <a:solidFill>
                  <a:srgbClr val="202124"/>
                </a:solidFill>
              </a:defRPr>
            </a:lvl8pPr>
            <a:lvl9pPr>
              <a:defRPr sz="2025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2124"/>
                </a:solidFill>
              </a:defRPr>
            </a:pPr>
            <a:r>
              <a:rPr sz="2025" b="0">
                <a:solidFill>
                  <a:srgbClr val="202124"/>
                </a:solidFill>
              </a:rPr>
              <a:t>Saathi helps older adults and people with limited digital literacy request rides, meals and medicines through one accessible interface.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3C14719-D2EF-436B-ABFB-5B0EEB31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09950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02124"/>
                </a:solidFill>
              </a:defRPr>
            </a:defPPr>
            <a:lvl1pPr>
              <a:defRPr sz="1875" b="0">
                <a:solidFill>
                  <a:srgbClr val="202124"/>
                </a:solidFill>
              </a:defRPr>
            </a:lvl1pPr>
            <a:lvl2pPr>
              <a:defRPr sz="1875" b="0">
                <a:solidFill>
                  <a:srgbClr val="202124"/>
                </a:solidFill>
              </a:defRPr>
            </a:lvl2pPr>
            <a:lvl3pPr>
              <a:defRPr sz="1875" b="0">
                <a:solidFill>
                  <a:srgbClr val="202124"/>
                </a:solidFill>
              </a:defRPr>
            </a:lvl3pPr>
            <a:lvl4pPr>
              <a:defRPr sz="1875" b="0">
                <a:solidFill>
                  <a:srgbClr val="202124"/>
                </a:solidFill>
              </a:defRPr>
            </a:lvl4pPr>
            <a:lvl5pPr>
              <a:defRPr sz="1875" b="0">
                <a:solidFill>
                  <a:srgbClr val="202124"/>
                </a:solidFill>
              </a:defRPr>
            </a:lvl5pPr>
            <a:lvl6pPr>
              <a:defRPr sz="1875" b="0">
                <a:solidFill>
                  <a:srgbClr val="202124"/>
                </a:solidFill>
              </a:defRPr>
            </a:lvl6pPr>
            <a:lvl7pPr>
              <a:defRPr sz="1875" b="0">
                <a:solidFill>
                  <a:srgbClr val="202124"/>
                </a:solidFill>
              </a:defRPr>
            </a:lvl7pPr>
            <a:lvl8pPr>
              <a:defRPr sz="1875" b="0">
                <a:solidFill>
                  <a:srgbClr val="202124"/>
                </a:solidFill>
              </a:defRPr>
            </a:lvl8pPr>
            <a:lvl9pPr>
              <a:defRPr sz="1875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The app remembers preferences, asks for missing details and keeps each request visible in Activity.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D2CEAEF-145B-43E8-AE21-EC2636DE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386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88038"/>
                </a:solidFill>
              </a:defRPr>
            </a:defPPr>
            <a:lvl1pPr>
              <a:defRPr sz="1725" b="1">
                <a:solidFill>
                  <a:srgbClr val="188038"/>
                </a:solidFill>
              </a:defRPr>
            </a:lvl1pPr>
            <a:lvl2pPr>
              <a:defRPr sz="1725" b="1">
                <a:solidFill>
                  <a:srgbClr val="188038"/>
                </a:solidFill>
              </a:defRPr>
            </a:lvl2pPr>
            <a:lvl3pPr>
              <a:defRPr sz="1725" b="1">
                <a:solidFill>
                  <a:srgbClr val="188038"/>
                </a:solidFill>
              </a:defRPr>
            </a:lvl3pPr>
            <a:lvl4pPr>
              <a:defRPr sz="1725" b="1">
                <a:solidFill>
                  <a:srgbClr val="188038"/>
                </a:solidFill>
              </a:defRPr>
            </a:lvl4pPr>
            <a:lvl5pPr>
              <a:defRPr sz="1725" b="1">
                <a:solidFill>
                  <a:srgbClr val="188038"/>
                </a:solidFill>
              </a:defRPr>
            </a:lvl5pPr>
            <a:lvl6pPr>
              <a:defRPr sz="1725" b="1">
                <a:solidFill>
                  <a:srgbClr val="188038"/>
                </a:solidFill>
              </a:defRPr>
            </a:lvl6pPr>
            <a:lvl7pPr>
              <a:defRPr sz="1725" b="1">
                <a:solidFill>
                  <a:srgbClr val="188038"/>
                </a:solidFill>
              </a:defRPr>
            </a:lvl7pPr>
            <a:lvl8pPr>
              <a:defRPr sz="1725" b="1">
                <a:solidFill>
                  <a:srgbClr val="188038"/>
                </a:solidFill>
              </a:defRPr>
            </a:lvl8pPr>
            <a:lvl9pPr>
              <a:defRPr sz="1725" b="1">
                <a:solidFill>
                  <a:srgbClr val="18803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88038"/>
                </a:solidFill>
              </a:defRPr>
            </a:pPr>
            <a:r>
              <a:rPr sz="1725" b="1">
                <a:solidFill>
                  <a:srgbClr val="188038"/>
                </a:solidFill>
              </a:rPr>
              <a:t>Societal focus: digital inclusion and greater independence in daily life.</a:t>
            </a:r>
          </a:p>
        </p:txBody>
      </p:sp>
    </p:spTree>
    <p:extLst>
      <p:ext uri="{BB962C8B-B14F-4D97-AF65-F5344CB8AC3E}">
        <p14:creationId xmlns:p14="http://schemas.microsoft.com/office/powerpoint/2010/main" val="10301213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9E013FAC-7507-4CA0-A57D-7F407AF24D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687e045523486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3DC9C56E-A7DB-47AA-8BDB-4DE0AAC729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086265445456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C4CDED46-F618-4582-B7D1-8E191A45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CC2AEA2B-BC87-4327-8AEC-CBA391B2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39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2124"/>
                </a:solidFill>
              </a:defRPr>
            </a:defPPr>
            <a:lvl1pPr>
              <a:defRPr sz="2100" b="1">
                <a:solidFill>
                  <a:srgbClr val="202124"/>
                </a:solidFill>
              </a:defRPr>
            </a:lvl1pPr>
            <a:lvl2pPr>
              <a:defRPr sz="2100" b="1">
                <a:solidFill>
                  <a:srgbClr val="202124"/>
                </a:solidFill>
              </a:defRPr>
            </a:lvl2pPr>
            <a:lvl3pPr>
              <a:defRPr sz="2100" b="1">
                <a:solidFill>
                  <a:srgbClr val="202124"/>
                </a:solidFill>
              </a:defRPr>
            </a:lvl3pPr>
            <a:lvl4pPr>
              <a:defRPr sz="2100" b="1">
                <a:solidFill>
                  <a:srgbClr val="202124"/>
                </a:solidFill>
              </a:defRPr>
            </a:lvl4pPr>
            <a:lvl5pPr>
              <a:defRPr sz="2100" b="1">
                <a:solidFill>
                  <a:srgbClr val="202124"/>
                </a:solidFill>
              </a:defRPr>
            </a:lvl5pPr>
            <a:lvl6pPr>
              <a:defRPr sz="2100" b="1">
                <a:solidFill>
                  <a:srgbClr val="202124"/>
                </a:solidFill>
              </a:defRPr>
            </a:lvl6pPr>
            <a:lvl7pPr>
              <a:defRPr sz="2100" b="1">
                <a:solidFill>
                  <a:srgbClr val="202124"/>
                </a:solidFill>
              </a:defRPr>
            </a:lvl7pPr>
            <a:lvl8pPr>
              <a:defRPr sz="2100" b="1">
                <a:solidFill>
                  <a:srgbClr val="202124"/>
                </a:solidFill>
              </a:defRPr>
            </a:lvl8pPr>
            <a:lvl9pPr>
              <a:defRPr sz="2100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02124"/>
                </a:solidFill>
              </a:defRPr>
            </a:pPr>
            <a:r>
              <a:rPr sz="2100" b="1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Opportunities and USP</a:t>
            </a:r>
            <a:endParaRPr sz="1600">
              <a:latin typeface="Google Sans Flex SemiBold"/>
              <a:ea typeface="Google Sans Flex SemiBold"/>
              <a:cs typeface="Google Sans Flex SemiBold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5EC6209-4C62-4460-889F-436F3DF0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6207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967D2"/>
                </a:solidFill>
              </a:defRPr>
            </a:defPPr>
            <a:lvl1pPr>
              <a:defRPr sz="2550" b="1">
                <a:solidFill>
                  <a:srgbClr val="1967D2"/>
                </a:solidFill>
              </a:defRPr>
            </a:lvl1pPr>
            <a:lvl2pPr>
              <a:defRPr sz="2550" b="1">
                <a:solidFill>
                  <a:srgbClr val="1967D2"/>
                </a:solidFill>
              </a:defRPr>
            </a:lvl2pPr>
            <a:lvl3pPr>
              <a:defRPr sz="2550" b="1">
                <a:solidFill>
                  <a:srgbClr val="1967D2"/>
                </a:solidFill>
              </a:defRPr>
            </a:lvl3pPr>
            <a:lvl4pPr>
              <a:defRPr sz="2550" b="1">
                <a:solidFill>
                  <a:srgbClr val="1967D2"/>
                </a:solidFill>
              </a:defRPr>
            </a:lvl4pPr>
            <a:lvl5pPr>
              <a:defRPr sz="2550" b="1">
                <a:solidFill>
                  <a:srgbClr val="1967D2"/>
                </a:solidFill>
              </a:defRPr>
            </a:lvl5pPr>
            <a:lvl6pPr>
              <a:defRPr sz="2550" b="1">
                <a:solidFill>
                  <a:srgbClr val="1967D2"/>
                </a:solidFill>
              </a:defRPr>
            </a:lvl6pPr>
            <a:lvl7pPr>
              <a:defRPr sz="2550" b="1">
                <a:solidFill>
                  <a:srgbClr val="1967D2"/>
                </a:solidFill>
              </a:defRPr>
            </a:lvl7pPr>
            <a:lvl8pPr>
              <a:defRPr sz="2550" b="1">
                <a:solidFill>
                  <a:srgbClr val="1967D2"/>
                </a:solidFill>
              </a:defRPr>
            </a:lvl8pPr>
            <a:lvl9pPr>
              <a:defRPr sz="2550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967D2"/>
                </a:solidFill>
              </a:defRPr>
            </a:pPr>
            <a:r>
              <a:rPr sz="2550" b="1">
                <a:solidFill>
                  <a:srgbClr val="1967D2"/>
                </a:solidFill>
              </a:rPr>
              <a:t>One app. Shared preferences. Less to learn.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C2D0189-DF32-4E76-BDDE-68EFA7A1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526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967D2"/>
                </a:solidFill>
              </a:defRPr>
            </a:defPPr>
            <a:lvl1pPr>
              <a:defRPr sz="1875" b="1">
                <a:solidFill>
                  <a:srgbClr val="1967D2"/>
                </a:solidFill>
              </a:defRPr>
            </a:lvl1pPr>
            <a:lvl2pPr>
              <a:defRPr sz="1875" b="1">
                <a:solidFill>
                  <a:srgbClr val="1967D2"/>
                </a:solidFill>
              </a:defRPr>
            </a:lvl2pPr>
            <a:lvl3pPr>
              <a:defRPr sz="1875" b="1">
                <a:solidFill>
                  <a:srgbClr val="1967D2"/>
                </a:solidFill>
              </a:defRPr>
            </a:lvl3pPr>
            <a:lvl4pPr>
              <a:defRPr sz="1875" b="1">
                <a:solidFill>
                  <a:srgbClr val="1967D2"/>
                </a:solidFill>
              </a:defRPr>
            </a:lvl4pPr>
            <a:lvl5pPr>
              <a:defRPr sz="1875" b="1">
                <a:solidFill>
                  <a:srgbClr val="1967D2"/>
                </a:solidFill>
              </a:defRPr>
            </a:lvl5pPr>
            <a:lvl6pPr>
              <a:defRPr sz="1875" b="1">
                <a:solidFill>
                  <a:srgbClr val="1967D2"/>
                </a:solidFill>
              </a:defRPr>
            </a:lvl6pPr>
            <a:lvl7pPr>
              <a:defRPr sz="1875" b="1">
                <a:solidFill>
                  <a:srgbClr val="1967D2"/>
                </a:solidFill>
              </a:defRPr>
            </a:lvl7pPr>
            <a:lvl8pPr>
              <a:defRPr sz="1875" b="1">
                <a:solidFill>
                  <a:srgbClr val="1967D2"/>
                </a:solidFill>
              </a:defRPr>
            </a:lvl8pPr>
            <a:lvl9pPr>
              <a:defRPr sz="187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67D2"/>
                </a:solidFill>
              </a:defRPr>
            </a:pPr>
            <a:r>
              <a:rPr sz="1875" b="1">
                <a:solidFill>
                  <a:srgbClr val="1967D2"/>
                </a:solidFill>
              </a:rPr>
              <a:t>A common entry point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0890114-A415-4745-89D1-62BC737F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02124"/>
                </a:solidFill>
              </a:defRPr>
            </a:defPPr>
            <a:lvl1pPr>
              <a:defRPr sz="1650" b="0">
                <a:solidFill>
                  <a:srgbClr val="202124"/>
                </a:solidFill>
              </a:defRPr>
            </a:lvl1pPr>
            <a:lvl2pPr>
              <a:defRPr sz="1650" b="0">
                <a:solidFill>
                  <a:srgbClr val="202124"/>
                </a:solidFill>
              </a:defRPr>
            </a:lvl2pPr>
            <a:lvl3pPr>
              <a:defRPr sz="1650" b="0">
                <a:solidFill>
                  <a:srgbClr val="202124"/>
                </a:solidFill>
              </a:defRPr>
            </a:lvl3pPr>
            <a:lvl4pPr>
              <a:defRPr sz="1650" b="0">
                <a:solidFill>
                  <a:srgbClr val="202124"/>
                </a:solidFill>
              </a:defRPr>
            </a:lvl4pPr>
            <a:lvl5pPr>
              <a:defRPr sz="1650" b="0">
                <a:solidFill>
                  <a:srgbClr val="202124"/>
                </a:solidFill>
              </a:defRPr>
            </a:lvl5pPr>
            <a:lvl6pPr>
              <a:defRPr sz="1650" b="0">
                <a:solidFill>
                  <a:srgbClr val="202124"/>
                </a:solidFill>
              </a:defRPr>
            </a:lvl6pPr>
            <a:lvl7pPr>
              <a:defRPr sz="1650" b="0">
                <a:solidFill>
                  <a:srgbClr val="202124"/>
                </a:solidFill>
              </a:defRPr>
            </a:lvl7pPr>
            <a:lvl8pPr>
              <a:defRPr sz="1650" b="0">
                <a:solidFill>
                  <a:srgbClr val="202124"/>
                </a:solidFill>
              </a:defRPr>
            </a:lvl8pPr>
            <a:lvl9pPr>
              <a:defRPr sz="16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Ride, food and medicine requests share the same conversation and history.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40F4829-E030-4AF3-81F1-7AEEA634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967D2"/>
                </a:solidFill>
              </a:defRPr>
            </a:defPPr>
            <a:lvl1pPr>
              <a:defRPr sz="1875" b="1">
                <a:solidFill>
                  <a:srgbClr val="1967D2"/>
                </a:solidFill>
              </a:defRPr>
            </a:lvl1pPr>
            <a:lvl2pPr>
              <a:defRPr sz="1875" b="1">
                <a:solidFill>
                  <a:srgbClr val="1967D2"/>
                </a:solidFill>
              </a:defRPr>
            </a:lvl2pPr>
            <a:lvl3pPr>
              <a:defRPr sz="1875" b="1">
                <a:solidFill>
                  <a:srgbClr val="1967D2"/>
                </a:solidFill>
              </a:defRPr>
            </a:lvl3pPr>
            <a:lvl4pPr>
              <a:defRPr sz="1875" b="1">
                <a:solidFill>
                  <a:srgbClr val="1967D2"/>
                </a:solidFill>
              </a:defRPr>
            </a:lvl4pPr>
            <a:lvl5pPr>
              <a:defRPr sz="1875" b="1">
                <a:solidFill>
                  <a:srgbClr val="1967D2"/>
                </a:solidFill>
              </a:defRPr>
            </a:lvl5pPr>
            <a:lvl6pPr>
              <a:defRPr sz="1875" b="1">
                <a:solidFill>
                  <a:srgbClr val="1967D2"/>
                </a:solidFill>
              </a:defRPr>
            </a:lvl6pPr>
            <a:lvl7pPr>
              <a:defRPr sz="1875" b="1">
                <a:solidFill>
                  <a:srgbClr val="1967D2"/>
                </a:solidFill>
              </a:defRPr>
            </a:lvl7pPr>
            <a:lvl8pPr>
              <a:defRPr sz="1875" b="1">
                <a:solidFill>
                  <a:srgbClr val="1967D2"/>
                </a:solidFill>
              </a:defRPr>
            </a:lvl8pPr>
            <a:lvl9pPr>
              <a:defRPr sz="187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67D2"/>
                </a:solidFill>
              </a:defRPr>
            </a:pPr>
            <a:r>
              <a:rPr sz="1875" b="1">
                <a:solidFill>
                  <a:srgbClr val="1967D2"/>
                </a:solidFill>
              </a:rPr>
              <a:t>Help at the moment of need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AA1A25D-CE03-429D-B8F4-4370E96F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02124"/>
                </a:solidFill>
              </a:defRPr>
            </a:defPPr>
            <a:lvl1pPr>
              <a:defRPr sz="1650" b="0">
                <a:solidFill>
                  <a:srgbClr val="202124"/>
                </a:solidFill>
              </a:defRPr>
            </a:lvl1pPr>
            <a:lvl2pPr>
              <a:defRPr sz="1650" b="0">
                <a:solidFill>
                  <a:srgbClr val="202124"/>
                </a:solidFill>
              </a:defRPr>
            </a:lvl2pPr>
            <a:lvl3pPr>
              <a:defRPr sz="1650" b="0">
                <a:solidFill>
                  <a:srgbClr val="202124"/>
                </a:solidFill>
              </a:defRPr>
            </a:lvl3pPr>
            <a:lvl4pPr>
              <a:defRPr sz="1650" b="0">
                <a:solidFill>
                  <a:srgbClr val="202124"/>
                </a:solidFill>
              </a:defRPr>
            </a:lvl4pPr>
            <a:lvl5pPr>
              <a:defRPr sz="1650" b="0">
                <a:solidFill>
                  <a:srgbClr val="202124"/>
                </a:solidFill>
              </a:defRPr>
            </a:lvl5pPr>
            <a:lvl6pPr>
              <a:defRPr sz="1650" b="0">
                <a:solidFill>
                  <a:srgbClr val="202124"/>
                </a:solidFill>
              </a:defRPr>
            </a:lvl6pPr>
            <a:lvl7pPr>
              <a:defRPr sz="1650" b="0">
                <a:solidFill>
                  <a:srgbClr val="202124"/>
                </a:solidFill>
              </a:defRPr>
            </a:lvl7pPr>
            <a:lvl8pPr>
              <a:defRPr sz="1650" b="0">
                <a:solidFill>
                  <a:srgbClr val="202124"/>
                </a:solidFill>
              </a:defRPr>
            </a:lvl8pPr>
            <a:lvl9pPr>
              <a:defRPr sz="16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Saathi turns a natural request into details, choices and a clear next action.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5F376F6-9076-4268-A8A9-B1006D24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337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967D2"/>
                </a:solidFill>
              </a:defRPr>
            </a:defPPr>
            <a:lvl1pPr>
              <a:defRPr sz="1875" b="1">
                <a:solidFill>
                  <a:srgbClr val="1967D2"/>
                </a:solidFill>
              </a:defRPr>
            </a:lvl1pPr>
            <a:lvl2pPr>
              <a:defRPr sz="1875" b="1">
                <a:solidFill>
                  <a:srgbClr val="1967D2"/>
                </a:solidFill>
              </a:defRPr>
            </a:lvl2pPr>
            <a:lvl3pPr>
              <a:defRPr sz="1875" b="1">
                <a:solidFill>
                  <a:srgbClr val="1967D2"/>
                </a:solidFill>
              </a:defRPr>
            </a:lvl3pPr>
            <a:lvl4pPr>
              <a:defRPr sz="1875" b="1">
                <a:solidFill>
                  <a:srgbClr val="1967D2"/>
                </a:solidFill>
              </a:defRPr>
            </a:lvl4pPr>
            <a:lvl5pPr>
              <a:defRPr sz="1875" b="1">
                <a:solidFill>
                  <a:srgbClr val="1967D2"/>
                </a:solidFill>
              </a:defRPr>
            </a:lvl5pPr>
            <a:lvl6pPr>
              <a:defRPr sz="1875" b="1">
                <a:solidFill>
                  <a:srgbClr val="1967D2"/>
                </a:solidFill>
              </a:defRPr>
            </a:lvl6pPr>
            <a:lvl7pPr>
              <a:defRPr sz="1875" b="1">
                <a:solidFill>
                  <a:srgbClr val="1967D2"/>
                </a:solidFill>
              </a:defRPr>
            </a:lvl7pPr>
            <a:lvl8pPr>
              <a:defRPr sz="1875" b="1">
                <a:solidFill>
                  <a:srgbClr val="1967D2"/>
                </a:solidFill>
              </a:defRPr>
            </a:lvl8pPr>
            <a:lvl9pPr>
              <a:defRPr sz="187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67D2"/>
                </a:solidFill>
              </a:defRPr>
            </a:pPr>
            <a:r>
              <a:rPr sz="1875" b="1">
                <a:solidFill>
                  <a:srgbClr val="1967D2"/>
                </a:solidFill>
              </a:rPr>
              <a:t>Personal by default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0571D8E-D1DD-44A1-BA58-D58F9972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52875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02124"/>
                </a:solidFill>
              </a:defRPr>
            </a:defPPr>
            <a:lvl1pPr>
              <a:defRPr sz="1650" b="0">
                <a:solidFill>
                  <a:srgbClr val="202124"/>
                </a:solidFill>
              </a:defRPr>
            </a:lvl1pPr>
            <a:lvl2pPr>
              <a:defRPr sz="1650" b="0">
                <a:solidFill>
                  <a:srgbClr val="202124"/>
                </a:solidFill>
              </a:defRPr>
            </a:lvl2pPr>
            <a:lvl3pPr>
              <a:defRPr sz="1650" b="0">
                <a:solidFill>
                  <a:srgbClr val="202124"/>
                </a:solidFill>
              </a:defRPr>
            </a:lvl3pPr>
            <a:lvl4pPr>
              <a:defRPr sz="1650" b="0">
                <a:solidFill>
                  <a:srgbClr val="202124"/>
                </a:solidFill>
              </a:defRPr>
            </a:lvl4pPr>
            <a:lvl5pPr>
              <a:defRPr sz="1650" b="0">
                <a:solidFill>
                  <a:srgbClr val="202124"/>
                </a:solidFill>
              </a:defRPr>
            </a:lvl5pPr>
            <a:lvl6pPr>
              <a:defRPr sz="1650" b="0">
                <a:solidFill>
                  <a:srgbClr val="202124"/>
                </a:solidFill>
              </a:defRPr>
            </a:lvl6pPr>
            <a:lvl7pPr>
              <a:defRPr sz="1650" b="0">
                <a:solidFill>
                  <a:srgbClr val="202124"/>
                </a:solidFill>
              </a:defRPr>
            </a:lvl7pPr>
            <a:lvl8pPr>
              <a:defRPr sz="1650" b="0">
                <a:solidFill>
                  <a:srgbClr val="202124"/>
                </a:solidFill>
              </a:defRPr>
            </a:lvl8pPr>
            <a:lvl9pPr>
              <a:defRPr sz="16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Saved places, dietary choices and budgets travel with each request.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7197C11-E264-45C3-B61F-EAD88104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337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967D2"/>
                </a:solidFill>
              </a:defRPr>
            </a:defPPr>
            <a:lvl1pPr>
              <a:defRPr sz="1875" b="1">
                <a:solidFill>
                  <a:srgbClr val="1967D2"/>
                </a:solidFill>
              </a:defRPr>
            </a:lvl1pPr>
            <a:lvl2pPr>
              <a:defRPr sz="1875" b="1">
                <a:solidFill>
                  <a:srgbClr val="1967D2"/>
                </a:solidFill>
              </a:defRPr>
            </a:lvl2pPr>
            <a:lvl3pPr>
              <a:defRPr sz="1875" b="1">
                <a:solidFill>
                  <a:srgbClr val="1967D2"/>
                </a:solidFill>
              </a:defRPr>
            </a:lvl3pPr>
            <a:lvl4pPr>
              <a:defRPr sz="1875" b="1">
                <a:solidFill>
                  <a:srgbClr val="1967D2"/>
                </a:solidFill>
              </a:defRPr>
            </a:lvl4pPr>
            <a:lvl5pPr>
              <a:defRPr sz="1875" b="1">
                <a:solidFill>
                  <a:srgbClr val="1967D2"/>
                </a:solidFill>
              </a:defRPr>
            </a:lvl5pPr>
            <a:lvl6pPr>
              <a:defRPr sz="1875" b="1">
                <a:solidFill>
                  <a:srgbClr val="1967D2"/>
                </a:solidFill>
              </a:defRPr>
            </a:lvl6pPr>
            <a:lvl7pPr>
              <a:defRPr sz="1875" b="1">
                <a:solidFill>
                  <a:srgbClr val="1967D2"/>
                </a:solidFill>
              </a:defRPr>
            </a:lvl7pPr>
            <a:lvl8pPr>
              <a:defRPr sz="1875" b="1">
                <a:solidFill>
                  <a:srgbClr val="1967D2"/>
                </a:solidFill>
              </a:defRPr>
            </a:lvl8pPr>
            <a:lvl9pPr>
              <a:defRPr sz="187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67D2"/>
                </a:solidFill>
              </a:defRPr>
            </a:pPr>
            <a:r>
              <a:rPr sz="1875" b="1">
                <a:solidFill>
                  <a:srgbClr val="1967D2"/>
                </a:solidFill>
              </a:rPr>
              <a:t>Support with permission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E2D0F6F-3CFF-42BC-B20F-9C37D3B6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52875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02124"/>
                </a:solidFill>
              </a:defRPr>
            </a:defPPr>
            <a:lvl1pPr>
              <a:defRPr sz="1650" b="0">
                <a:solidFill>
                  <a:srgbClr val="202124"/>
                </a:solidFill>
              </a:defRPr>
            </a:lvl1pPr>
            <a:lvl2pPr>
              <a:defRPr sz="1650" b="0">
                <a:solidFill>
                  <a:srgbClr val="202124"/>
                </a:solidFill>
              </a:defRPr>
            </a:lvl2pPr>
            <a:lvl3pPr>
              <a:defRPr sz="1650" b="0">
                <a:solidFill>
                  <a:srgbClr val="202124"/>
                </a:solidFill>
              </a:defRPr>
            </a:lvl3pPr>
            <a:lvl4pPr>
              <a:defRPr sz="1650" b="0">
                <a:solidFill>
                  <a:srgbClr val="202124"/>
                </a:solidFill>
              </a:defRPr>
            </a:lvl4pPr>
            <a:lvl5pPr>
              <a:defRPr sz="1650" b="0">
                <a:solidFill>
                  <a:srgbClr val="202124"/>
                </a:solidFill>
              </a:defRPr>
            </a:lvl5pPr>
            <a:lvl6pPr>
              <a:defRPr sz="1650" b="0">
                <a:solidFill>
                  <a:srgbClr val="202124"/>
                </a:solidFill>
              </a:defRPr>
            </a:lvl6pPr>
            <a:lvl7pPr>
              <a:defRPr sz="1650" b="0">
                <a:solidFill>
                  <a:srgbClr val="202124"/>
                </a:solidFill>
              </a:defRPr>
            </a:lvl7pPr>
            <a:lvl8pPr>
              <a:defRPr sz="1650" b="0">
                <a:solidFill>
                  <a:srgbClr val="202124"/>
                </a:solidFill>
              </a:defRPr>
            </a:lvl8pPr>
            <a:lvl9pPr>
              <a:defRPr sz="16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Care Circle members receive only the access the user chooses.</a:t>
            </a:r>
          </a:p>
        </p:txBody>
      </p:sp>
    </p:spTree>
    <p:extLst>
      <p:ext uri="{BB962C8B-B14F-4D97-AF65-F5344CB8AC3E}">
        <p14:creationId xmlns:p14="http://schemas.microsoft.com/office/powerpoint/2010/main" val="6773151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3BC3F333-DCA2-4BA2-92AC-DE510B93A5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a794c80feb485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52577E2D-D66D-4DE6-967D-D403542F97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a9f43e4db450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FF872DC2-261F-445C-B911-6380E9EB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2ADB9CC3-C2E9-4A88-8CEC-2248DFFE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39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2124"/>
                </a:solidFill>
              </a:defRPr>
            </a:defPPr>
            <a:lvl1pPr>
              <a:defRPr sz="2100" b="1">
                <a:solidFill>
                  <a:srgbClr val="202124"/>
                </a:solidFill>
              </a:defRPr>
            </a:lvl1pPr>
            <a:lvl2pPr>
              <a:defRPr sz="2100" b="1">
                <a:solidFill>
                  <a:srgbClr val="202124"/>
                </a:solidFill>
              </a:defRPr>
            </a:lvl2pPr>
            <a:lvl3pPr>
              <a:defRPr sz="2100" b="1">
                <a:solidFill>
                  <a:srgbClr val="202124"/>
                </a:solidFill>
              </a:defRPr>
            </a:lvl3pPr>
            <a:lvl4pPr>
              <a:defRPr sz="2100" b="1">
                <a:solidFill>
                  <a:srgbClr val="202124"/>
                </a:solidFill>
              </a:defRPr>
            </a:lvl4pPr>
            <a:lvl5pPr>
              <a:defRPr sz="2100" b="1">
                <a:solidFill>
                  <a:srgbClr val="202124"/>
                </a:solidFill>
              </a:defRPr>
            </a:lvl5pPr>
            <a:lvl6pPr>
              <a:defRPr sz="2100" b="1">
                <a:solidFill>
                  <a:srgbClr val="202124"/>
                </a:solidFill>
              </a:defRPr>
            </a:lvl6pPr>
            <a:lvl7pPr>
              <a:defRPr sz="2100" b="1">
                <a:solidFill>
                  <a:srgbClr val="202124"/>
                </a:solidFill>
              </a:defRPr>
            </a:lvl7pPr>
            <a:lvl8pPr>
              <a:defRPr sz="2100" b="1">
                <a:solidFill>
                  <a:srgbClr val="202124"/>
                </a:solidFill>
              </a:defRPr>
            </a:lvl8pPr>
            <a:lvl9pPr>
              <a:defRPr sz="2100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02124"/>
                </a:solidFill>
              </a:defRPr>
            </a:pPr>
            <a:r>
              <a:rPr sz="2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4044E04-43EE-4516-B877-6B14D2A4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967D2"/>
                </a:solidFill>
              </a:defRPr>
            </a:defPPr>
            <a:lvl1pPr>
              <a:defRPr sz="1875" b="1">
                <a:solidFill>
                  <a:srgbClr val="1967D2"/>
                </a:solidFill>
              </a:defRPr>
            </a:lvl1pPr>
            <a:lvl2pPr>
              <a:defRPr sz="1875" b="1">
                <a:solidFill>
                  <a:srgbClr val="1967D2"/>
                </a:solidFill>
              </a:defRPr>
            </a:lvl2pPr>
            <a:lvl3pPr>
              <a:defRPr sz="1875" b="1">
                <a:solidFill>
                  <a:srgbClr val="1967D2"/>
                </a:solidFill>
              </a:defRPr>
            </a:lvl3pPr>
            <a:lvl4pPr>
              <a:defRPr sz="1875" b="1">
                <a:solidFill>
                  <a:srgbClr val="1967D2"/>
                </a:solidFill>
              </a:defRPr>
            </a:lvl4pPr>
            <a:lvl5pPr>
              <a:defRPr sz="1875" b="1">
                <a:solidFill>
                  <a:srgbClr val="1967D2"/>
                </a:solidFill>
              </a:defRPr>
            </a:lvl5pPr>
            <a:lvl6pPr>
              <a:defRPr sz="1875" b="1">
                <a:solidFill>
                  <a:srgbClr val="1967D2"/>
                </a:solidFill>
              </a:defRPr>
            </a:lvl6pPr>
            <a:lvl7pPr>
              <a:defRPr sz="1875" b="1">
                <a:solidFill>
                  <a:srgbClr val="1967D2"/>
                </a:solidFill>
              </a:defRPr>
            </a:lvl7pPr>
            <a:lvl8pPr>
              <a:defRPr sz="1875" b="1">
                <a:solidFill>
                  <a:srgbClr val="1967D2"/>
                </a:solidFill>
              </a:defRPr>
            </a:lvl8pPr>
            <a:lvl9pPr>
              <a:defRPr sz="187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67D2"/>
                </a:solidFill>
              </a:defRPr>
            </a:pPr>
            <a:r>
              <a:rPr sz="1875" b="1">
                <a:solidFill>
                  <a:srgbClr val="1967D2"/>
                </a:solidFill>
              </a:rPr>
              <a:t>Conversational requests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9BCB66D-4F4B-44C9-983D-0EB69F9F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478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02124"/>
                </a:solidFill>
              </a:defRPr>
            </a:defPPr>
            <a:lvl1pPr>
              <a:defRPr sz="1650" b="0">
                <a:solidFill>
                  <a:srgbClr val="202124"/>
                </a:solidFill>
              </a:defRPr>
            </a:lvl1pPr>
            <a:lvl2pPr>
              <a:defRPr sz="1650" b="0">
                <a:solidFill>
                  <a:srgbClr val="202124"/>
                </a:solidFill>
              </a:defRPr>
            </a:lvl2pPr>
            <a:lvl3pPr>
              <a:defRPr sz="1650" b="0">
                <a:solidFill>
                  <a:srgbClr val="202124"/>
                </a:solidFill>
              </a:defRPr>
            </a:lvl3pPr>
            <a:lvl4pPr>
              <a:defRPr sz="1650" b="0">
                <a:solidFill>
                  <a:srgbClr val="202124"/>
                </a:solidFill>
              </a:defRPr>
            </a:lvl4pPr>
            <a:lvl5pPr>
              <a:defRPr sz="1650" b="0">
                <a:solidFill>
                  <a:srgbClr val="202124"/>
                </a:solidFill>
              </a:defRPr>
            </a:lvl5pPr>
            <a:lvl6pPr>
              <a:defRPr sz="1650" b="0">
                <a:solidFill>
                  <a:srgbClr val="202124"/>
                </a:solidFill>
              </a:defRPr>
            </a:lvl6pPr>
            <a:lvl7pPr>
              <a:defRPr sz="1650" b="0">
                <a:solidFill>
                  <a:srgbClr val="202124"/>
                </a:solidFill>
              </a:defRPr>
            </a:lvl7pPr>
            <a:lvl8pPr>
              <a:defRPr sz="1650" b="0">
                <a:solidFill>
                  <a:srgbClr val="202124"/>
                </a:solidFill>
              </a:defRPr>
            </a:lvl8pPr>
            <a:lvl9pPr>
              <a:defRPr sz="16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English and Hindi requests, follow-up questions and preference-aware choices.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29809DF-0636-4EA8-B5FF-892411C6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28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967D2"/>
                </a:solidFill>
              </a:defRPr>
            </a:defPPr>
            <a:lvl1pPr>
              <a:defRPr sz="1875" b="1">
                <a:solidFill>
                  <a:srgbClr val="1967D2"/>
                </a:solidFill>
              </a:defRPr>
            </a:lvl1pPr>
            <a:lvl2pPr>
              <a:defRPr sz="1875" b="1">
                <a:solidFill>
                  <a:srgbClr val="1967D2"/>
                </a:solidFill>
              </a:defRPr>
            </a:lvl2pPr>
            <a:lvl3pPr>
              <a:defRPr sz="1875" b="1">
                <a:solidFill>
                  <a:srgbClr val="1967D2"/>
                </a:solidFill>
              </a:defRPr>
            </a:lvl3pPr>
            <a:lvl4pPr>
              <a:defRPr sz="1875" b="1">
                <a:solidFill>
                  <a:srgbClr val="1967D2"/>
                </a:solidFill>
              </a:defRPr>
            </a:lvl4pPr>
            <a:lvl5pPr>
              <a:defRPr sz="1875" b="1">
                <a:solidFill>
                  <a:srgbClr val="1967D2"/>
                </a:solidFill>
              </a:defRPr>
            </a:lvl5pPr>
            <a:lvl6pPr>
              <a:defRPr sz="1875" b="1">
                <a:solidFill>
                  <a:srgbClr val="1967D2"/>
                </a:solidFill>
              </a:defRPr>
            </a:lvl6pPr>
            <a:lvl7pPr>
              <a:defRPr sz="1875" b="1">
                <a:solidFill>
                  <a:srgbClr val="1967D2"/>
                </a:solidFill>
              </a:defRPr>
            </a:lvl7pPr>
            <a:lvl8pPr>
              <a:defRPr sz="1875" b="1">
                <a:solidFill>
                  <a:srgbClr val="1967D2"/>
                </a:solidFill>
              </a:defRPr>
            </a:lvl8pPr>
            <a:lvl9pPr>
              <a:defRPr sz="187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67D2"/>
                </a:solidFill>
              </a:defRPr>
            </a:pPr>
            <a:r>
              <a:rPr sz="1875" b="1">
                <a:solidFill>
                  <a:srgbClr val="1967D2"/>
                </a:solidFill>
              </a:rPr>
              <a:t>Everyday services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833C7FE-DF83-4BB2-8D3A-F7626271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478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02124"/>
                </a:solidFill>
              </a:defRPr>
            </a:defPPr>
            <a:lvl1pPr>
              <a:defRPr sz="1650" b="0">
                <a:solidFill>
                  <a:srgbClr val="202124"/>
                </a:solidFill>
              </a:defRPr>
            </a:lvl1pPr>
            <a:lvl2pPr>
              <a:defRPr sz="1650" b="0">
                <a:solidFill>
                  <a:srgbClr val="202124"/>
                </a:solidFill>
              </a:defRPr>
            </a:lvl2pPr>
            <a:lvl3pPr>
              <a:defRPr sz="1650" b="0">
                <a:solidFill>
                  <a:srgbClr val="202124"/>
                </a:solidFill>
              </a:defRPr>
            </a:lvl3pPr>
            <a:lvl4pPr>
              <a:defRPr sz="1650" b="0">
                <a:solidFill>
                  <a:srgbClr val="202124"/>
                </a:solidFill>
              </a:defRPr>
            </a:lvl4pPr>
            <a:lvl5pPr>
              <a:defRPr sz="1650" b="0">
                <a:solidFill>
                  <a:srgbClr val="202124"/>
                </a:solidFill>
              </a:defRPr>
            </a:lvl5pPr>
            <a:lvl6pPr>
              <a:defRPr sz="1650" b="0">
                <a:solidFill>
                  <a:srgbClr val="202124"/>
                </a:solidFill>
              </a:defRPr>
            </a:lvl6pPr>
            <a:lvl7pPr>
              <a:defRPr sz="1650" b="0">
                <a:solidFill>
                  <a:srgbClr val="202124"/>
                </a:solidFill>
              </a:defRPr>
            </a:lvl7pPr>
            <a:lvl8pPr>
              <a:defRPr sz="1650" b="0">
                <a:solidFill>
                  <a:srgbClr val="202124"/>
                </a:solidFill>
              </a:defRPr>
            </a:lvl8pPr>
            <a:lvl9pPr>
              <a:defRPr sz="16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Ride, food and medicine request flows with quote review and booking history.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C9597F3-790B-4838-80B3-3BE17E9F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52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967D2"/>
                </a:solidFill>
              </a:defRPr>
            </a:defPPr>
            <a:lvl1pPr>
              <a:defRPr sz="1875" b="1">
                <a:solidFill>
                  <a:srgbClr val="1967D2"/>
                </a:solidFill>
              </a:defRPr>
            </a:lvl1pPr>
            <a:lvl2pPr>
              <a:defRPr sz="1875" b="1">
                <a:solidFill>
                  <a:srgbClr val="1967D2"/>
                </a:solidFill>
              </a:defRPr>
            </a:lvl2pPr>
            <a:lvl3pPr>
              <a:defRPr sz="1875" b="1">
                <a:solidFill>
                  <a:srgbClr val="1967D2"/>
                </a:solidFill>
              </a:defRPr>
            </a:lvl3pPr>
            <a:lvl4pPr>
              <a:defRPr sz="1875" b="1">
                <a:solidFill>
                  <a:srgbClr val="1967D2"/>
                </a:solidFill>
              </a:defRPr>
            </a:lvl4pPr>
            <a:lvl5pPr>
              <a:defRPr sz="1875" b="1">
                <a:solidFill>
                  <a:srgbClr val="1967D2"/>
                </a:solidFill>
              </a:defRPr>
            </a:lvl5pPr>
            <a:lvl6pPr>
              <a:defRPr sz="1875" b="1">
                <a:solidFill>
                  <a:srgbClr val="1967D2"/>
                </a:solidFill>
              </a:defRPr>
            </a:lvl6pPr>
            <a:lvl7pPr>
              <a:defRPr sz="1875" b="1">
                <a:solidFill>
                  <a:srgbClr val="1967D2"/>
                </a:solidFill>
              </a:defRPr>
            </a:lvl7pPr>
            <a:lvl8pPr>
              <a:defRPr sz="1875" b="1">
                <a:solidFill>
                  <a:srgbClr val="1967D2"/>
                </a:solidFill>
              </a:defRPr>
            </a:lvl8pPr>
            <a:lvl9pPr>
              <a:defRPr sz="187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67D2"/>
                </a:solidFill>
              </a:defRPr>
            </a:pPr>
            <a:r>
              <a:rPr sz="1875" b="1">
                <a:solidFill>
                  <a:srgbClr val="1967D2"/>
                </a:solidFill>
              </a:rPr>
              <a:t>Accessible controls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4D0F73A-AC6A-47F5-B188-30DD704B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7185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02124"/>
                </a:solidFill>
              </a:defRPr>
            </a:defPPr>
            <a:lvl1pPr>
              <a:defRPr sz="1650" b="0">
                <a:solidFill>
                  <a:srgbClr val="202124"/>
                </a:solidFill>
              </a:defRPr>
            </a:lvl1pPr>
            <a:lvl2pPr>
              <a:defRPr sz="1650" b="0">
                <a:solidFill>
                  <a:srgbClr val="202124"/>
                </a:solidFill>
              </a:defRPr>
            </a:lvl2pPr>
            <a:lvl3pPr>
              <a:defRPr sz="1650" b="0">
                <a:solidFill>
                  <a:srgbClr val="202124"/>
                </a:solidFill>
              </a:defRPr>
            </a:lvl3pPr>
            <a:lvl4pPr>
              <a:defRPr sz="1650" b="0">
                <a:solidFill>
                  <a:srgbClr val="202124"/>
                </a:solidFill>
              </a:defRPr>
            </a:lvl4pPr>
            <a:lvl5pPr>
              <a:defRPr sz="1650" b="0">
                <a:solidFill>
                  <a:srgbClr val="202124"/>
                </a:solidFill>
              </a:defRPr>
            </a:lvl5pPr>
            <a:lvl6pPr>
              <a:defRPr sz="1650" b="0">
                <a:solidFill>
                  <a:srgbClr val="202124"/>
                </a:solidFill>
              </a:defRPr>
            </a:lvl6pPr>
            <a:lvl7pPr>
              <a:defRPr sz="1650" b="0">
                <a:solidFill>
                  <a:srgbClr val="202124"/>
                </a:solidFill>
              </a:defRPr>
            </a:lvl7pPr>
            <a:lvl8pPr>
              <a:defRPr sz="1650" b="0">
                <a:solidFill>
                  <a:srgbClr val="202124"/>
                </a:solidFill>
              </a:defRPr>
            </a:lvl8pPr>
            <a:lvl9pPr>
              <a:defRPr sz="16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Large text, high contrast, simplified view and expandable settings.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14FF825-FE2B-41F7-A9A4-ED94B1FC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52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967D2"/>
                </a:solidFill>
              </a:defRPr>
            </a:defPPr>
            <a:lvl1pPr>
              <a:defRPr sz="1875" b="1">
                <a:solidFill>
                  <a:srgbClr val="1967D2"/>
                </a:solidFill>
              </a:defRPr>
            </a:lvl1pPr>
            <a:lvl2pPr>
              <a:defRPr sz="1875" b="1">
                <a:solidFill>
                  <a:srgbClr val="1967D2"/>
                </a:solidFill>
              </a:defRPr>
            </a:lvl2pPr>
            <a:lvl3pPr>
              <a:defRPr sz="1875" b="1">
                <a:solidFill>
                  <a:srgbClr val="1967D2"/>
                </a:solidFill>
              </a:defRPr>
            </a:lvl3pPr>
            <a:lvl4pPr>
              <a:defRPr sz="1875" b="1">
                <a:solidFill>
                  <a:srgbClr val="1967D2"/>
                </a:solidFill>
              </a:defRPr>
            </a:lvl4pPr>
            <a:lvl5pPr>
              <a:defRPr sz="1875" b="1">
                <a:solidFill>
                  <a:srgbClr val="1967D2"/>
                </a:solidFill>
              </a:defRPr>
            </a:lvl5pPr>
            <a:lvl6pPr>
              <a:defRPr sz="1875" b="1">
                <a:solidFill>
                  <a:srgbClr val="1967D2"/>
                </a:solidFill>
              </a:defRPr>
            </a:lvl6pPr>
            <a:lvl7pPr>
              <a:defRPr sz="1875" b="1">
                <a:solidFill>
                  <a:srgbClr val="1967D2"/>
                </a:solidFill>
              </a:defRPr>
            </a:lvl7pPr>
            <a:lvl8pPr>
              <a:defRPr sz="1875" b="1">
                <a:solidFill>
                  <a:srgbClr val="1967D2"/>
                </a:solidFill>
              </a:defRPr>
            </a:lvl8pPr>
            <a:lvl9pPr>
              <a:defRPr sz="187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67D2"/>
                </a:solidFill>
              </a:defRPr>
            </a:pPr>
            <a:r>
              <a:rPr sz="1875" b="1">
                <a:solidFill>
                  <a:srgbClr val="1967D2"/>
                </a:solidFill>
              </a:rPr>
              <a:t>Care Circle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AFEECA9-DF2A-4D30-AAB2-8180EAC4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02124"/>
                </a:solidFill>
              </a:defRPr>
            </a:defPPr>
            <a:lvl1pPr>
              <a:defRPr sz="1650" b="0">
                <a:solidFill>
                  <a:srgbClr val="202124"/>
                </a:solidFill>
              </a:defRPr>
            </a:lvl1pPr>
            <a:lvl2pPr>
              <a:defRPr sz="1650" b="0">
                <a:solidFill>
                  <a:srgbClr val="202124"/>
                </a:solidFill>
              </a:defRPr>
            </a:lvl2pPr>
            <a:lvl3pPr>
              <a:defRPr sz="1650" b="0">
                <a:solidFill>
                  <a:srgbClr val="202124"/>
                </a:solidFill>
              </a:defRPr>
            </a:lvl3pPr>
            <a:lvl4pPr>
              <a:defRPr sz="1650" b="0">
                <a:solidFill>
                  <a:srgbClr val="202124"/>
                </a:solidFill>
              </a:defRPr>
            </a:lvl4pPr>
            <a:lvl5pPr>
              <a:defRPr sz="1650" b="0">
                <a:solidFill>
                  <a:srgbClr val="202124"/>
                </a:solidFill>
              </a:defRPr>
            </a:lvl5pPr>
            <a:lvl6pPr>
              <a:defRPr sz="1650" b="0">
                <a:solidFill>
                  <a:srgbClr val="202124"/>
                </a:solidFill>
              </a:defRPr>
            </a:lvl6pPr>
            <a:lvl7pPr>
              <a:defRPr sz="1650" b="0">
                <a:solidFill>
                  <a:srgbClr val="202124"/>
                </a:solidFill>
              </a:defRPr>
            </a:lvl7pPr>
            <a:lvl8pPr>
              <a:defRPr sz="1650" b="0">
                <a:solidFill>
                  <a:srgbClr val="202124"/>
                </a:solidFill>
              </a:defRPr>
            </a:lvl8pPr>
            <a:lvl9pPr>
              <a:defRPr sz="16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Invitations, spending approvals and trusted contacts in one place.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6042081-22C9-47E6-9654-D2B25BA0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19625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F6368"/>
                </a:solidFill>
              </a:defRPr>
            </a:defPPr>
            <a:lvl1pPr>
              <a:defRPr sz="1275" b="0">
                <a:solidFill>
                  <a:srgbClr val="5F6368"/>
                </a:solidFill>
              </a:defRPr>
            </a:lvl1pPr>
            <a:lvl2pPr>
              <a:defRPr sz="1275" b="0">
                <a:solidFill>
                  <a:srgbClr val="5F6368"/>
                </a:solidFill>
              </a:defRPr>
            </a:lvl2pPr>
            <a:lvl3pPr>
              <a:defRPr sz="1275" b="0">
                <a:solidFill>
                  <a:srgbClr val="5F6368"/>
                </a:solidFill>
              </a:defRPr>
            </a:lvl3pPr>
            <a:lvl4pPr>
              <a:defRPr sz="1275" b="0">
                <a:solidFill>
                  <a:srgbClr val="5F6368"/>
                </a:solidFill>
              </a:defRPr>
            </a:lvl4pPr>
            <a:lvl5pPr>
              <a:defRPr sz="1275" b="0">
                <a:solidFill>
                  <a:srgbClr val="5F6368"/>
                </a:solidFill>
              </a:defRPr>
            </a:lvl5pPr>
            <a:lvl6pPr>
              <a:defRPr sz="1275" b="0">
                <a:solidFill>
                  <a:srgbClr val="5F6368"/>
                </a:solidFill>
              </a:defRPr>
            </a:lvl6pPr>
            <a:lvl7pPr>
              <a:defRPr sz="1275" b="0">
                <a:solidFill>
                  <a:srgbClr val="5F6368"/>
                </a:solidFill>
              </a:defRPr>
            </a:lvl7pPr>
            <a:lvl8pPr>
              <a:defRPr sz="1275" b="0">
                <a:solidFill>
                  <a:srgbClr val="5F6368"/>
                </a:solidFill>
              </a:defRPr>
            </a:lvl8pPr>
            <a:lvl9pPr>
              <a:defRPr sz="1275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Prototype booking and payment flows use simulated providers.</a:t>
            </a:r>
          </a:p>
        </p:txBody>
      </p:sp>
    </p:spTree>
    <p:extLst>
      <p:ext uri="{BB962C8B-B14F-4D97-AF65-F5344CB8AC3E}">
        <p14:creationId xmlns:p14="http://schemas.microsoft.com/office/powerpoint/2010/main" val="10571664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D307A0C-2BF8-4EB5-A4B8-6404EF6985B3}"/>
              </a:ext>
            </a:extLst>
          </p:cNvPr>
          <p:cNvCxnSpPr>
            <a:stCxn xmlns:a="http://schemas.openxmlformats.org/drawingml/2006/main" id="105" idx="1"/>
            <a:endCxn xmlns:a="http://schemas.openxmlformats.org/drawingml/2006/main" id="106" idx="3"/>
          </p:cNvCxnSpPr>
          <p:nvPr/>
        </p:nvCxnSpPr>
        <p:spPr>
          <a:xfrm xmlns:a="http://schemas.openxmlformats.org/drawingml/2006/main" flipH="1">
            <a:off x="3238500" y="3733800"/>
            <a:ext cx="3857625" cy="428625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cxnSp>
        <p:nvCxn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F45D4FA-1FD1-4EA0-AAB8-1B62E8652CAD}"/>
              </a:ext>
            </a:extLst>
          </p:cNvPr>
          <p:cNvCxnSpPr>
            <a:stCxn xmlns:a="http://schemas.openxmlformats.org/drawingml/2006/main" id="100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7929563" y="2724150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cxnSp>
        <p:nvCxn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C1BF67F-36FF-467E-9469-A9486D6DE818}"/>
              </a:ext>
            </a:extLst>
          </p:cNvPr>
          <p:cNvCxnSpPr>
            <a:stCxn xmlns:a="http://schemas.openxmlformats.org/drawingml/2006/main" id="99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5691188" y="2724150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cxnSp>
        <p:nvCxn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BBF91B9-57DB-4AC0-94B4-43EB0C6BEAC0}"/>
              </a:ext>
            </a:extLst>
          </p:cNvPr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6524625" y="24098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cxnSp>
        <p:nvCxn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CBAE8C9-C5BF-42A9-8B26-2C4EDC58D7AB}"/>
              </a:ext>
            </a:extLst>
          </p:cNvPr>
          <p:cNvCxnSpPr>
            <a:stCxn xmlns:a="http://schemas.openxmlformats.org/drawingml/2006/main" id="98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4286250" y="24098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cxnSp>
        <p:nvCxn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88613BD-8189-466E-A077-B62AC58E0F3D}"/>
              </a:ext>
            </a:extLst>
          </p:cNvPr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2047875" y="24098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069C0C4E-2EA2-47E3-B1DF-F3FCA75A4B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a6d5aa8bd04bb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2A1F0C1F-B76E-4D4B-AF87-4C2ABD18AD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d6fd7e4e546e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A2DC721E-77D2-415E-8A7F-D8F7478B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C3E05D2A-173E-41D3-8F5E-FC9D0E83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39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2124"/>
                </a:solidFill>
              </a:defRPr>
            </a:defPPr>
            <a:lvl1pPr>
              <a:defRPr sz="2100" b="1">
                <a:solidFill>
                  <a:srgbClr val="202124"/>
                </a:solidFill>
              </a:defRPr>
            </a:lvl1pPr>
            <a:lvl2pPr>
              <a:defRPr sz="2100" b="1">
                <a:solidFill>
                  <a:srgbClr val="202124"/>
                </a:solidFill>
              </a:defRPr>
            </a:lvl2pPr>
            <a:lvl3pPr>
              <a:defRPr sz="2100" b="1">
                <a:solidFill>
                  <a:srgbClr val="202124"/>
                </a:solidFill>
              </a:defRPr>
            </a:lvl3pPr>
            <a:lvl4pPr>
              <a:defRPr sz="2100" b="1">
                <a:solidFill>
                  <a:srgbClr val="202124"/>
                </a:solidFill>
              </a:defRPr>
            </a:lvl4pPr>
            <a:lvl5pPr>
              <a:defRPr sz="2100" b="1">
                <a:solidFill>
                  <a:srgbClr val="202124"/>
                </a:solidFill>
              </a:defRPr>
            </a:lvl5pPr>
            <a:lvl6pPr>
              <a:defRPr sz="2100" b="1">
                <a:solidFill>
                  <a:srgbClr val="202124"/>
                </a:solidFill>
              </a:defRPr>
            </a:lvl6pPr>
            <a:lvl7pPr>
              <a:defRPr sz="2100" b="1">
                <a:solidFill>
                  <a:srgbClr val="202124"/>
                </a:solidFill>
              </a:defRPr>
            </a:lvl7pPr>
            <a:lvl8pPr>
              <a:defRPr sz="2100" b="1">
                <a:solidFill>
                  <a:srgbClr val="202124"/>
                </a:solidFill>
              </a:defRPr>
            </a:lvl8pPr>
            <a:lvl9pPr>
              <a:defRPr sz="2100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02124"/>
                </a:solidFill>
              </a:defRPr>
            </a:pPr>
            <a:r>
              <a:rPr sz="2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Process flow diagram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D373D5E-64A4-4C74-9153-366913FA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335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967D2"/>
                </a:solidFill>
              </a:defRPr>
            </a:defPPr>
            <a:lvl1pPr>
              <a:defRPr sz="2025" b="1">
                <a:solidFill>
                  <a:srgbClr val="1967D2"/>
                </a:solidFill>
              </a:defRPr>
            </a:lvl1pPr>
            <a:lvl2pPr>
              <a:defRPr sz="2025" b="1">
                <a:solidFill>
                  <a:srgbClr val="1967D2"/>
                </a:solidFill>
              </a:defRPr>
            </a:lvl2pPr>
            <a:lvl3pPr>
              <a:defRPr sz="2025" b="1">
                <a:solidFill>
                  <a:srgbClr val="1967D2"/>
                </a:solidFill>
              </a:defRPr>
            </a:lvl3pPr>
            <a:lvl4pPr>
              <a:defRPr sz="2025" b="1">
                <a:solidFill>
                  <a:srgbClr val="1967D2"/>
                </a:solidFill>
              </a:defRPr>
            </a:lvl4pPr>
            <a:lvl5pPr>
              <a:defRPr sz="2025" b="1">
                <a:solidFill>
                  <a:srgbClr val="1967D2"/>
                </a:solidFill>
              </a:defRPr>
            </a:lvl5pPr>
            <a:lvl6pPr>
              <a:defRPr sz="2025" b="1">
                <a:solidFill>
                  <a:srgbClr val="1967D2"/>
                </a:solidFill>
              </a:defRPr>
            </a:lvl6pPr>
            <a:lvl7pPr>
              <a:defRPr sz="2025" b="1">
                <a:solidFill>
                  <a:srgbClr val="1967D2"/>
                </a:solidFill>
              </a:defRPr>
            </a:lvl7pPr>
            <a:lvl8pPr>
              <a:defRPr sz="2025" b="1">
                <a:solidFill>
                  <a:srgbClr val="1967D2"/>
                </a:solidFill>
              </a:defRPr>
            </a:lvl8pPr>
            <a:lvl9pPr>
              <a:defRPr sz="202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67D2"/>
                </a:solidFill>
              </a:defRPr>
            </a:pPr>
            <a:r>
              <a:rPr sz="2025" b="1">
                <a:solidFill>
                  <a:srgbClr val="1967D2"/>
                </a:solidFill>
              </a:rPr>
              <a:t>Example: “A mild vegetarian meal under ₹150”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23ECC8F-503A-4F97-9907-6567D0FA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666875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967D2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967D2"/>
                </a:solidFill>
              </a:defRPr>
            </a:defPPr>
            <a:lvl1pPr algn="ctr">
              <a:defRPr sz="1575">
                <a:solidFill>
                  <a:srgbClr val="1967D2"/>
                </a:solidFill>
              </a:defRPr>
            </a:lvl1pPr>
            <a:lvl2pPr algn="ctr">
              <a:defRPr sz="1575">
                <a:solidFill>
                  <a:srgbClr val="1967D2"/>
                </a:solidFill>
              </a:defRPr>
            </a:lvl2pPr>
            <a:lvl3pPr algn="ctr">
              <a:defRPr sz="1575">
                <a:solidFill>
                  <a:srgbClr val="1967D2"/>
                </a:solidFill>
              </a:defRPr>
            </a:lvl3pPr>
            <a:lvl4pPr algn="ctr">
              <a:defRPr sz="1575">
                <a:solidFill>
                  <a:srgbClr val="1967D2"/>
                </a:solidFill>
              </a:defRPr>
            </a:lvl4pPr>
            <a:lvl5pPr algn="ctr">
              <a:defRPr sz="1575">
                <a:solidFill>
                  <a:srgbClr val="1967D2"/>
                </a:solidFill>
              </a:defRPr>
            </a:lvl5pPr>
            <a:lvl6pPr algn="ctr">
              <a:defRPr sz="1575">
                <a:solidFill>
                  <a:srgbClr val="1967D2"/>
                </a:solidFill>
              </a:defRPr>
            </a:lvl6pPr>
            <a:lvl7pPr algn="ctr">
              <a:defRPr sz="1575">
                <a:solidFill>
                  <a:srgbClr val="1967D2"/>
                </a:solidFill>
              </a:defRPr>
            </a:lvl7pPr>
            <a:lvl8pPr algn="ctr">
              <a:defRPr sz="1575">
                <a:solidFill>
                  <a:srgbClr val="1967D2"/>
                </a:solidFill>
              </a:defRPr>
            </a:lvl8pPr>
            <a:lvl9pPr algn="ctr">
              <a:defRPr sz="1575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User request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C1E3801-B925-4141-AC69-C2C97D5D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95500"/>
            <a:ext cx="1666875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967D2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967D2"/>
                </a:solidFill>
              </a:defRPr>
            </a:defPPr>
            <a:lvl1pPr algn="ctr">
              <a:defRPr sz="1575">
                <a:solidFill>
                  <a:srgbClr val="1967D2"/>
                </a:solidFill>
              </a:defRPr>
            </a:lvl1pPr>
            <a:lvl2pPr algn="ctr">
              <a:defRPr sz="1575">
                <a:solidFill>
                  <a:srgbClr val="1967D2"/>
                </a:solidFill>
              </a:defRPr>
            </a:lvl2pPr>
            <a:lvl3pPr algn="ctr">
              <a:defRPr sz="1575">
                <a:solidFill>
                  <a:srgbClr val="1967D2"/>
                </a:solidFill>
              </a:defRPr>
            </a:lvl3pPr>
            <a:lvl4pPr algn="ctr">
              <a:defRPr sz="1575">
                <a:solidFill>
                  <a:srgbClr val="1967D2"/>
                </a:solidFill>
              </a:defRPr>
            </a:lvl4pPr>
            <a:lvl5pPr algn="ctr">
              <a:defRPr sz="1575">
                <a:solidFill>
                  <a:srgbClr val="1967D2"/>
                </a:solidFill>
              </a:defRPr>
            </a:lvl5pPr>
            <a:lvl6pPr algn="ctr">
              <a:defRPr sz="1575">
                <a:solidFill>
                  <a:srgbClr val="1967D2"/>
                </a:solidFill>
              </a:defRPr>
            </a:lvl6pPr>
            <a:lvl7pPr algn="ctr">
              <a:defRPr sz="1575">
                <a:solidFill>
                  <a:srgbClr val="1967D2"/>
                </a:solidFill>
              </a:defRPr>
            </a:lvl7pPr>
            <a:lvl8pPr algn="ctr">
              <a:defRPr sz="1575">
                <a:solidFill>
                  <a:srgbClr val="1967D2"/>
                </a:solidFill>
              </a:defRPr>
            </a:lvl8pPr>
            <a:lvl9pPr algn="ctr">
              <a:defRPr sz="1575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Gemini drafts</a:t>
            </a:r>
          </a:p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the request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7DE1A01-55D0-4FB7-8058-8965BF8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1666875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967D2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967D2"/>
                </a:solidFill>
              </a:defRPr>
            </a:defPPr>
            <a:lvl1pPr algn="ctr">
              <a:defRPr sz="1575">
                <a:solidFill>
                  <a:srgbClr val="1967D2"/>
                </a:solidFill>
              </a:defRPr>
            </a:lvl1pPr>
            <a:lvl2pPr algn="ctr">
              <a:defRPr sz="1575">
                <a:solidFill>
                  <a:srgbClr val="1967D2"/>
                </a:solidFill>
              </a:defRPr>
            </a:lvl2pPr>
            <a:lvl3pPr algn="ctr">
              <a:defRPr sz="1575">
                <a:solidFill>
                  <a:srgbClr val="1967D2"/>
                </a:solidFill>
              </a:defRPr>
            </a:lvl3pPr>
            <a:lvl4pPr algn="ctr">
              <a:defRPr sz="1575">
                <a:solidFill>
                  <a:srgbClr val="1967D2"/>
                </a:solidFill>
              </a:defRPr>
            </a:lvl4pPr>
            <a:lvl5pPr algn="ctr">
              <a:defRPr sz="1575">
                <a:solidFill>
                  <a:srgbClr val="1967D2"/>
                </a:solidFill>
              </a:defRPr>
            </a:lvl5pPr>
            <a:lvl6pPr algn="ctr">
              <a:defRPr sz="1575">
                <a:solidFill>
                  <a:srgbClr val="1967D2"/>
                </a:solidFill>
              </a:defRPr>
            </a:lvl6pPr>
            <a:lvl7pPr algn="ctr">
              <a:defRPr sz="1575">
                <a:solidFill>
                  <a:srgbClr val="1967D2"/>
                </a:solidFill>
              </a:defRPr>
            </a:lvl7pPr>
            <a:lvl8pPr algn="ctr">
              <a:defRPr sz="1575">
                <a:solidFill>
                  <a:srgbClr val="1967D2"/>
                </a:solidFill>
              </a:defRPr>
            </a:lvl8pPr>
            <a:lvl9pPr algn="ctr">
              <a:defRPr sz="1575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Check details</a:t>
            </a:r>
          </a:p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and preferences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3CE45CD-52C6-442C-8D86-803BD467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1666875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967D2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967D2"/>
                </a:solidFill>
              </a:defRPr>
            </a:defPPr>
            <a:lvl1pPr algn="ctr">
              <a:defRPr sz="1575">
                <a:solidFill>
                  <a:srgbClr val="1967D2"/>
                </a:solidFill>
              </a:defRPr>
            </a:lvl1pPr>
            <a:lvl2pPr algn="ctr">
              <a:defRPr sz="1575">
                <a:solidFill>
                  <a:srgbClr val="1967D2"/>
                </a:solidFill>
              </a:defRPr>
            </a:lvl2pPr>
            <a:lvl3pPr algn="ctr">
              <a:defRPr sz="1575">
                <a:solidFill>
                  <a:srgbClr val="1967D2"/>
                </a:solidFill>
              </a:defRPr>
            </a:lvl3pPr>
            <a:lvl4pPr algn="ctr">
              <a:defRPr sz="1575">
                <a:solidFill>
                  <a:srgbClr val="1967D2"/>
                </a:solidFill>
              </a:defRPr>
            </a:lvl4pPr>
            <a:lvl5pPr algn="ctr">
              <a:defRPr sz="1575">
                <a:solidFill>
                  <a:srgbClr val="1967D2"/>
                </a:solidFill>
              </a:defRPr>
            </a:lvl5pPr>
            <a:lvl6pPr algn="ctr">
              <a:defRPr sz="1575">
                <a:solidFill>
                  <a:srgbClr val="1967D2"/>
                </a:solidFill>
              </a:defRPr>
            </a:lvl6pPr>
            <a:lvl7pPr algn="ctr">
              <a:defRPr sz="1575">
                <a:solidFill>
                  <a:srgbClr val="1967D2"/>
                </a:solidFill>
              </a:defRPr>
            </a:lvl7pPr>
            <a:lvl8pPr algn="ctr">
              <a:defRPr sz="1575">
                <a:solidFill>
                  <a:srgbClr val="1967D2"/>
                </a:solidFill>
              </a:defRPr>
            </a:lvl8pPr>
            <a:lvl9pPr algn="ctr">
              <a:defRPr sz="1575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Show suitable</a:t>
            </a:r>
          </a:p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options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2231D4C-9099-4361-9C76-14C3E379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19475"/>
            <a:ext cx="1666875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967D2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967D2"/>
                </a:solidFill>
              </a:defRPr>
            </a:defPPr>
            <a:lvl1pPr algn="ctr">
              <a:defRPr sz="1575">
                <a:solidFill>
                  <a:srgbClr val="1967D2"/>
                </a:solidFill>
              </a:defRPr>
            </a:lvl1pPr>
            <a:lvl2pPr algn="ctr">
              <a:defRPr sz="1575">
                <a:solidFill>
                  <a:srgbClr val="1967D2"/>
                </a:solidFill>
              </a:defRPr>
            </a:lvl2pPr>
            <a:lvl3pPr algn="ctr">
              <a:defRPr sz="1575">
                <a:solidFill>
                  <a:srgbClr val="1967D2"/>
                </a:solidFill>
              </a:defRPr>
            </a:lvl3pPr>
            <a:lvl4pPr algn="ctr">
              <a:defRPr sz="1575">
                <a:solidFill>
                  <a:srgbClr val="1967D2"/>
                </a:solidFill>
              </a:defRPr>
            </a:lvl4pPr>
            <a:lvl5pPr algn="ctr">
              <a:defRPr sz="1575">
                <a:solidFill>
                  <a:srgbClr val="1967D2"/>
                </a:solidFill>
              </a:defRPr>
            </a:lvl5pPr>
            <a:lvl6pPr algn="ctr">
              <a:defRPr sz="1575">
                <a:solidFill>
                  <a:srgbClr val="1967D2"/>
                </a:solidFill>
              </a:defRPr>
            </a:lvl6pPr>
            <a:lvl7pPr algn="ctr">
              <a:defRPr sz="1575">
                <a:solidFill>
                  <a:srgbClr val="1967D2"/>
                </a:solidFill>
              </a:defRPr>
            </a:lvl7pPr>
            <a:lvl8pPr algn="ctr">
              <a:defRPr sz="1575">
                <a:solidFill>
                  <a:srgbClr val="1967D2"/>
                </a:solidFill>
              </a:defRPr>
            </a:lvl8pPr>
            <a:lvl9pPr algn="ctr">
              <a:defRPr sz="1575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Ask for details</a:t>
            </a:r>
          </a:p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and retry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C4C3213-A8FE-43FB-B2B7-846FBEF9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19475"/>
            <a:ext cx="1666875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967D2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967D2"/>
                </a:solidFill>
              </a:defRPr>
            </a:defPPr>
            <a:lvl1pPr algn="ctr">
              <a:defRPr sz="1575">
                <a:solidFill>
                  <a:srgbClr val="1967D2"/>
                </a:solidFill>
              </a:defRPr>
            </a:lvl1pPr>
            <a:lvl2pPr algn="ctr">
              <a:defRPr sz="1575">
                <a:solidFill>
                  <a:srgbClr val="1967D2"/>
                </a:solidFill>
              </a:defRPr>
            </a:lvl2pPr>
            <a:lvl3pPr algn="ctr">
              <a:defRPr sz="1575">
                <a:solidFill>
                  <a:srgbClr val="1967D2"/>
                </a:solidFill>
              </a:defRPr>
            </a:lvl3pPr>
            <a:lvl4pPr algn="ctr">
              <a:defRPr sz="1575">
                <a:solidFill>
                  <a:srgbClr val="1967D2"/>
                </a:solidFill>
              </a:defRPr>
            </a:lvl4pPr>
            <a:lvl5pPr algn="ctr">
              <a:defRPr sz="1575">
                <a:solidFill>
                  <a:srgbClr val="1967D2"/>
                </a:solidFill>
              </a:defRPr>
            </a:lvl5pPr>
            <a:lvl6pPr algn="ctr">
              <a:defRPr sz="1575">
                <a:solidFill>
                  <a:srgbClr val="1967D2"/>
                </a:solidFill>
              </a:defRPr>
            </a:lvl6pPr>
            <a:lvl7pPr algn="ctr">
              <a:defRPr sz="1575">
                <a:solidFill>
                  <a:srgbClr val="1967D2"/>
                </a:solidFill>
              </a:defRPr>
            </a:lvl7pPr>
            <a:lvl8pPr algn="ctr">
              <a:defRPr sz="1575">
                <a:solidFill>
                  <a:srgbClr val="1967D2"/>
                </a:solidFill>
              </a:defRPr>
            </a:lvl8pPr>
            <a:lvl9pPr algn="ctr">
              <a:defRPr sz="1575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Confirm with</a:t>
            </a:r>
          </a:p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approval checks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8E4313E-34AB-4186-94AC-1B3E309F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19475"/>
            <a:ext cx="28575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8803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88038"/>
                </a:solidFill>
              </a:defRPr>
            </a:defPPr>
            <a:lvl1pPr algn="ctr">
              <a:defRPr sz="1575">
                <a:solidFill>
                  <a:srgbClr val="188038"/>
                </a:solidFill>
              </a:defRPr>
            </a:lvl1pPr>
            <a:lvl2pPr algn="ctr">
              <a:defRPr sz="1575">
                <a:solidFill>
                  <a:srgbClr val="188038"/>
                </a:solidFill>
              </a:defRPr>
            </a:lvl2pPr>
            <a:lvl3pPr algn="ctr">
              <a:defRPr sz="1575">
                <a:solidFill>
                  <a:srgbClr val="188038"/>
                </a:solidFill>
              </a:defRPr>
            </a:lvl3pPr>
            <a:lvl4pPr algn="ctr">
              <a:defRPr sz="1575">
                <a:solidFill>
                  <a:srgbClr val="188038"/>
                </a:solidFill>
              </a:defRPr>
            </a:lvl4pPr>
            <a:lvl5pPr algn="ctr">
              <a:defRPr sz="1575">
                <a:solidFill>
                  <a:srgbClr val="188038"/>
                </a:solidFill>
              </a:defRPr>
            </a:lvl5pPr>
            <a:lvl6pPr algn="ctr">
              <a:defRPr sz="1575">
                <a:solidFill>
                  <a:srgbClr val="188038"/>
                </a:solidFill>
              </a:defRPr>
            </a:lvl6pPr>
            <a:lvl7pPr algn="ctr">
              <a:defRPr sz="1575">
                <a:solidFill>
                  <a:srgbClr val="188038"/>
                </a:solidFill>
              </a:defRPr>
            </a:lvl7pPr>
            <a:lvl8pPr algn="ctr">
              <a:defRPr sz="1575">
                <a:solidFill>
                  <a:srgbClr val="188038"/>
                </a:solidFill>
              </a:defRPr>
            </a:lvl8pPr>
            <a:lvl9pPr algn="ctr">
              <a:defRPr sz="1575">
                <a:solidFill>
                  <a:srgbClr val="188038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88038"/>
                </a:solidFill>
              </a:defRPr>
            </a:pPr>
            <a:r>
              <a:rPr sz="1575">
                <a:solidFill>
                  <a:srgbClr val="188038"/>
                </a:solidFill>
              </a:rPr>
              <a:t>Booking status</a:t>
            </a:r>
          </a:p>
          <a:p xmlns:a="http://schemas.openxmlformats.org/drawingml/2006/main">
            <a:pPr algn="ctr">
              <a:defRPr sz="1575">
                <a:solidFill>
                  <a:srgbClr val="188038"/>
                </a:solidFill>
              </a:defRPr>
            </a:pPr>
            <a:r>
              <a:rPr sz="1575">
                <a:solidFill>
                  <a:srgbClr val="188038"/>
                </a:solidFill>
              </a:rPr>
              <a:t>in Activity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FAF3C8D-2B09-442B-93F9-1638C6B4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F6368"/>
                </a:solidFill>
              </a:defRPr>
            </a:defPPr>
            <a:lvl1pPr>
              <a:defRPr sz="1275" b="0">
                <a:solidFill>
                  <a:srgbClr val="5F6368"/>
                </a:solidFill>
              </a:defRPr>
            </a:lvl1pPr>
            <a:lvl2pPr>
              <a:defRPr sz="1275" b="0">
                <a:solidFill>
                  <a:srgbClr val="5F6368"/>
                </a:solidFill>
              </a:defRPr>
            </a:lvl2pPr>
            <a:lvl3pPr>
              <a:defRPr sz="1275" b="0">
                <a:solidFill>
                  <a:srgbClr val="5F6368"/>
                </a:solidFill>
              </a:defRPr>
            </a:lvl3pPr>
            <a:lvl4pPr>
              <a:defRPr sz="1275" b="0">
                <a:solidFill>
                  <a:srgbClr val="5F6368"/>
                </a:solidFill>
              </a:defRPr>
            </a:lvl4pPr>
            <a:lvl5pPr>
              <a:defRPr sz="1275" b="0">
                <a:solidFill>
                  <a:srgbClr val="5F6368"/>
                </a:solidFill>
              </a:defRPr>
            </a:lvl5pPr>
            <a:lvl6pPr>
              <a:defRPr sz="1275" b="0">
                <a:solidFill>
                  <a:srgbClr val="5F6368"/>
                </a:solidFill>
              </a:defRPr>
            </a:lvl6pPr>
            <a:lvl7pPr>
              <a:defRPr sz="1275" b="0">
                <a:solidFill>
                  <a:srgbClr val="5F6368"/>
                </a:solidFill>
              </a:defRPr>
            </a:lvl7pPr>
            <a:lvl8pPr>
              <a:defRPr sz="1275" b="0">
                <a:solidFill>
                  <a:srgbClr val="5F6368"/>
                </a:solidFill>
              </a:defRPr>
            </a:lvl8pPr>
            <a:lvl9pPr>
              <a:defRPr sz="1275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F6368"/>
                </a:solidFill>
              </a:defRPr>
            </a:pPr>
            <a:r>
              <a:rPr sz="1275" b="0">
                <a:solidFill>
                  <a:srgbClr val="5F6368"/>
                </a:solidFill>
              </a:rPr>
              <a:t>Missing details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79A9269-29DF-4D69-B8C4-87EE396F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7675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02124"/>
                </a:solidFill>
              </a:defRPr>
            </a:defPPr>
            <a:lvl1pPr>
              <a:defRPr sz="1650" b="0">
                <a:solidFill>
                  <a:srgbClr val="202124"/>
                </a:solidFill>
              </a:defRPr>
            </a:lvl1pPr>
            <a:lvl2pPr>
              <a:defRPr sz="1650" b="0">
                <a:solidFill>
                  <a:srgbClr val="202124"/>
                </a:solidFill>
              </a:defRPr>
            </a:lvl2pPr>
            <a:lvl3pPr>
              <a:defRPr sz="1650" b="0">
                <a:solidFill>
                  <a:srgbClr val="202124"/>
                </a:solidFill>
              </a:defRPr>
            </a:lvl3pPr>
            <a:lvl4pPr>
              <a:defRPr sz="1650" b="0">
                <a:solidFill>
                  <a:srgbClr val="202124"/>
                </a:solidFill>
              </a:defRPr>
            </a:lvl4pPr>
            <a:lvl5pPr>
              <a:defRPr sz="1650" b="0">
                <a:solidFill>
                  <a:srgbClr val="202124"/>
                </a:solidFill>
              </a:defRPr>
            </a:lvl5pPr>
            <a:lvl6pPr>
              <a:defRPr sz="1650" b="0">
                <a:solidFill>
                  <a:srgbClr val="202124"/>
                </a:solidFill>
              </a:defRPr>
            </a:lvl6pPr>
            <a:lvl7pPr>
              <a:defRPr sz="1650" b="0">
                <a:solidFill>
                  <a:srgbClr val="202124"/>
                </a:solidFill>
              </a:defRPr>
            </a:lvl7pPr>
            <a:lvl8pPr>
              <a:defRPr sz="1650" b="0">
                <a:solidFill>
                  <a:srgbClr val="202124"/>
                </a:solidFill>
              </a:defRPr>
            </a:lvl8pPr>
            <a:lvl9pPr>
              <a:defRPr sz="16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The user stays informed through confirmation, status and cancellation.</a:t>
            </a:r>
          </a:p>
        </p:txBody>
      </p:sp>
    </p:spTree>
    <p:extLst>
      <p:ext uri="{BB962C8B-B14F-4D97-AF65-F5344CB8AC3E}">
        <p14:creationId xmlns:p14="http://schemas.microsoft.com/office/powerpoint/2010/main" val="6280850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DF4227F-2086-4BC5-B691-DE10202E6BCE}"/>
              </a:ext>
            </a:extLst>
          </p:cNvPr>
          <p:cNvCxnSpPr>
            <a:stCxn xmlns:a="http://schemas.openxmlformats.org/drawingml/2006/main" id="105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4572000" y="2524125"/>
            <a:ext cx="342900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cxnSp>
        <p:nvCxn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4373802-D237-4EEF-A94C-81B11B86DEDD}"/>
              </a:ext>
            </a:extLst>
          </p:cNvPr>
          <p:cNvCxnSpPr>
            <a:stCxn xmlns:a="http://schemas.openxmlformats.org/drawingml/2006/main" id="105" idx="2"/>
            <a:endCxn xmlns:a="http://schemas.openxmlformats.org/drawingml/2006/main" id="115" idx="0"/>
          </p:cNvCxnSpPr>
          <p:nvPr/>
        </p:nvCxnSpPr>
        <p:spPr>
          <a:xfrm xmlns:a="http://schemas.openxmlformats.org/drawingml/2006/main">
            <a:off x="4572000" y="2524125"/>
            <a:ext cx="171450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cxnSp>
        <p:nvCxn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76C5906-F95B-445B-858D-723007FDEB37}"/>
              </a:ext>
            </a:extLst>
          </p:cNvPr>
          <p:cNvCxnSpPr>
            <a:stCxn xmlns:a="http://schemas.openxmlformats.org/drawingml/2006/main" id="105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4572000" y="2524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cxnSp>
        <p:nvCxn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5502ADA-6B19-44DA-9531-58DFC3F9B4F5}"/>
              </a:ext>
            </a:extLst>
          </p:cNvPr>
          <p:cNvCxnSpPr>
            <a:stCxn xmlns:a="http://schemas.openxmlformats.org/drawingml/2006/main" id="105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 flipH="1">
            <a:off x="2857500" y="2524125"/>
            <a:ext cx="171450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cxnSp>
        <p:nvCxn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AE548A8-69B5-44A4-A04E-7DE6A838A473}"/>
              </a:ext>
            </a:extLst>
          </p:cNvPr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 flipH="1">
            <a:off x="1143000" y="2524125"/>
            <a:ext cx="342900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C724F6BC-4BB2-4279-818D-09975B550D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c4c2d12deb4cb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4682DFC5-D3A8-42B1-8628-48721FDC11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8e50a368c408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480E6629-E0A2-4F4D-A944-8659C6F6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D09D79A9-726E-4564-82D5-5669D8B2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39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2124"/>
                </a:solidFill>
              </a:defRPr>
            </a:defPPr>
            <a:lvl1pPr>
              <a:defRPr sz="2100" b="1">
                <a:solidFill>
                  <a:srgbClr val="202124"/>
                </a:solidFill>
              </a:defRPr>
            </a:lvl1pPr>
            <a:lvl2pPr>
              <a:defRPr sz="2100" b="1">
                <a:solidFill>
                  <a:srgbClr val="202124"/>
                </a:solidFill>
              </a:defRPr>
            </a:lvl2pPr>
            <a:lvl3pPr>
              <a:defRPr sz="2100" b="1">
                <a:solidFill>
                  <a:srgbClr val="202124"/>
                </a:solidFill>
              </a:defRPr>
            </a:lvl3pPr>
            <a:lvl4pPr>
              <a:defRPr sz="2100" b="1">
                <a:solidFill>
                  <a:srgbClr val="202124"/>
                </a:solidFill>
              </a:defRPr>
            </a:lvl4pPr>
            <a:lvl5pPr>
              <a:defRPr sz="2100" b="1">
                <a:solidFill>
                  <a:srgbClr val="202124"/>
                </a:solidFill>
              </a:defRPr>
            </a:lvl5pPr>
            <a:lvl6pPr>
              <a:defRPr sz="2100" b="1">
                <a:solidFill>
                  <a:srgbClr val="202124"/>
                </a:solidFill>
              </a:defRPr>
            </a:lvl6pPr>
            <a:lvl7pPr>
              <a:defRPr sz="2100" b="1">
                <a:solidFill>
                  <a:srgbClr val="202124"/>
                </a:solidFill>
              </a:defRPr>
            </a:lvl7pPr>
            <a:lvl8pPr>
              <a:defRPr sz="2100" b="1">
                <a:solidFill>
                  <a:srgbClr val="202124"/>
                </a:solidFill>
              </a:defRPr>
            </a:lvl8pPr>
            <a:lvl9pPr>
              <a:defRPr sz="2100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02124"/>
                </a:solidFill>
              </a:defRPr>
            </a:pPr>
            <a:r>
              <a:rPr sz="2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Interface structure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7DAB148-5913-4A6F-87AE-9078103B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967D2"/>
                </a:solidFill>
              </a:defRPr>
            </a:defPPr>
            <a:lvl1pPr>
              <a:defRPr sz="2550" b="1">
                <a:solidFill>
                  <a:srgbClr val="1967D2"/>
                </a:solidFill>
              </a:defRPr>
            </a:lvl1pPr>
            <a:lvl2pPr>
              <a:defRPr sz="2550" b="1">
                <a:solidFill>
                  <a:srgbClr val="1967D2"/>
                </a:solidFill>
              </a:defRPr>
            </a:lvl2pPr>
            <a:lvl3pPr>
              <a:defRPr sz="2550" b="1">
                <a:solidFill>
                  <a:srgbClr val="1967D2"/>
                </a:solidFill>
              </a:defRPr>
            </a:lvl3pPr>
            <a:lvl4pPr>
              <a:defRPr sz="2550" b="1">
                <a:solidFill>
                  <a:srgbClr val="1967D2"/>
                </a:solidFill>
              </a:defRPr>
            </a:lvl4pPr>
            <a:lvl5pPr>
              <a:defRPr sz="2550" b="1">
                <a:solidFill>
                  <a:srgbClr val="1967D2"/>
                </a:solidFill>
              </a:defRPr>
            </a:lvl5pPr>
            <a:lvl6pPr>
              <a:defRPr sz="2550" b="1">
                <a:solidFill>
                  <a:srgbClr val="1967D2"/>
                </a:solidFill>
              </a:defRPr>
            </a:lvl6pPr>
            <a:lvl7pPr>
              <a:defRPr sz="2550" b="1">
                <a:solidFill>
                  <a:srgbClr val="1967D2"/>
                </a:solidFill>
              </a:defRPr>
            </a:lvl7pPr>
            <a:lvl8pPr>
              <a:defRPr sz="2550" b="1">
                <a:solidFill>
                  <a:srgbClr val="1967D2"/>
                </a:solidFill>
              </a:defRPr>
            </a:lvl8pPr>
            <a:lvl9pPr>
              <a:defRPr sz="2550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967D2"/>
                </a:solidFill>
              </a:defRPr>
            </a:pPr>
            <a:r>
              <a:rPr sz="2550" b="1">
                <a:solidFill>
                  <a:srgbClr val="1967D2"/>
                </a:solidFill>
              </a:rPr>
              <a:t>Five clear destinations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C0F4320-7267-4E5F-B1EF-0C4E1FE8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71675"/>
            <a:ext cx="20002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967D2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967D2"/>
                </a:solidFill>
              </a:defRPr>
            </a:defPPr>
            <a:lvl1pPr algn="ctr">
              <a:defRPr sz="1575">
                <a:solidFill>
                  <a:srgbClr val="1967D2"/>
                </a:solidFill>
              </a:defRPr>
            </a:lvl1pPr>
            <a:lvl2pPr algn="ctr">
              <a:defRPr sz="1575">
                <a:solidFill>
                  <a:srgbClr val="1967D2"/>
                </a:solidFill>
              </a:defRPr>
            </a:lvl2pPr>
            <a:lvl3pPr algn="ctr">
              <a:defRPr sz="1575">
                <a:solidFill>
                  <a:srgbClr val="1967D2"/>
                </a:solidFill>
              </a:defRPr>
            </a:lvl3pPr>
            <a:lvl4pPr algn="ctr">
              <a:defRPr sz="1575">
                <a:solidFill>
                  <a:srgbClr val="1967D2"/>
                </a:solidFill>
              </a:defRPr>
            </a:lvl4pPr>
            <a:lvl5pPr algn="ctr">
              <a:defRPr sz="1575">
                <a:solidFill>
                  <a:srgbClr val="1967D2"/>
                </a:solidFill>
              </a:defRPr>
            </a:lvl5pPr>
            <a:lvl6pPr algn="ctr">
              <a:defRPr sz="1575">
                <a:solidFill>
                  <a:srgbClr val="1967D2"/>
                </a:solidFill>
              </a:defRPr>
            </a:lvl6pPr>
            <a:lvl7pPr algn="ctr">
              <a:defRPr sz="1575">
                <a:solidFill>
                  <a:srgbClr val="1967D2"/>
                </a:solidFill>
              </a:defRPr>
            </a:lvl7pPr>
            <a:lvl8pPr algn="ctr">
              <a:defRPr sz="1575">
                <a:solidFill>
                  <a:srgbClr val="1967D2"/>
                </a:solidFill>
              </a:defRPr>
            </a:lvl8pPr>
            <a:lvl9pPr algn="ctr">
              <a:defRPr sz="1575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Saathi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F7F95B5-F998-40A0-8030-4ABB6A3D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43250"/>
            <a:ext cx="1524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967D2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967D2"/>
                </a:solidFill>
              </a:defRPr>
            </a:defPPr>
            <a:lvl1pPr algn="ctr">
              <a:defRPr sz="1575">
                <a:solidFill>
                  <a:srgbClr val="1967D2"/>
                </a:solidFill>
              </a:defRPr>
            </a:lvl1pPr>
            <a:lvl2pPr algn="ctr">
              <a:defRPr sz="1575">
                <a:solidFill>
                  <a:srgbClr val="1967D2"/>
                </a:solidFill>
              </a:defRPr>
            </a:lvl2pPr>
            <a:lvl3pPr algn="ctr">
              <a:defRPr sz="1575">
                <a:solidFill>
                  <a:srgbClr val="1967D2"/>
                </a:solidFill>
              </a:defRPr>
            </a:lvl3pPr>
            <a:lvl4pPr algn="ctr">
              <a:defRPr sz="1575">
                <a:solidFill>
                  <a:srgbClr val="1967D2"/>
                </a:solidFill>
              </a:defRPr>
            </a:lvl4pPr>
            <a:lvl5pPr algn="ctr">
              <a:defRPr sz="1575">
                <a:solidFill>
                  <a:srgbClr val="1967D2"/>
                </a:solidFill>
              </a:defRPr>
            </a:lvl5pPr>
            <a:lvl6pPr algn="ctr">
              <a:defRPr sz="1575">
                <a:solidFill>
                  <a:srgbClr val="1967D2"/>
                </a:solidFill>
              </a:defRPr>
            </a:lvl6pPr>
            <a:lvl7pPr algn="ctr">
              <a:defRPr sz="1575">
                <a:solidFill>
                  <a:srgbClr val="1967D2"/>
                </a:solidFill>
              </a:defRPr>
            </a:lvl7pPr>
            <a:lvl8pPr algn="ctr">
              <a:defRPr sz="1575">
                <a:solidFill>
                  <a:srgbClr val="1967D2"/>
                </a:solidFill>
              </a:defRPr>
            </a:lvl8pPr>
            <a:lvl9pPr algn="ctr">
              <a:defRPr sz="1575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Home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231BEDF-D7C3-4915-A9B9-600BB08D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766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F6368"/>
                </a:solidFill>
              </a:defRPr>
            </a:defPPr>
            <a:lvl1pPr>
              <a:defRPr sz="1500" b="0">
                <a:solidFill>
                  <a:srgbClr val="5F6368"/>
                </a:solidFill>
              </a:defRPr>
            </a:lvl1pPr>
            <a:lvl2pPr>
              <a:defRPr sz="1500" b="0">
                <a:solidFill>
                  <a:srgbClr val="5F6368"/>
                </a:solidFill>
              </a:defRPr>
            </a:lvl2pPr>
            <a:lvl3pPr>
              <a:defRPr sz="1500" b="0">
                <a:solidFill>
                  <a:srgbClr val="5F6368"/>
                </a:solidFill>
              </a:defRPr>
            </a:lvl3pPr>
            <a:lvl4pPr>
              <a:defRPr sz="1500" b="0">
                <a:solidFill>
                  <a:srgbClr val="5F6368"/>
                </a:solidFill>
              </a:defRPr>
            </a:lvl4pPr>
            <a:lvl5pPr>
              <a:defRPr sz="1500" b="0">
                <a:solidFill>
                  <a:srgbClr val="5F6368"/>
                </a:solidFill>
              </a:defRPr>
            </a:lvl5pPr>
            <a:lvl6pPr>
              <a:defRPr sz="1500" b="0">
                <a:solidFill>
                  <a:srgbClr val="5F6368"/>
                </a:solidFill>
              </a:defRPr>
            </a:lvl6pPr>
            <a:lvl7pPr>
              <a:defRPr sz="1500" b="0">
                <a:solidFill>
                  <a:srgbClr val="5F6368"/>
                </a:solidFill>
              </a:defRPr>
            </a:lvl7pPr>
            <a:lvl8pPr>
              <a:defRPr sz="1500" b="0">
                <a:solidFill>
                  <a:srgbClr val="5F6368"/>
                </a:solidFill>
              </a:defRPr>
            </a:lvl8pPr>
            <a:lvl9pPr>
              <a:defRPr sz="1500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Start a request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0D7136C-FC0B-445E-B7BF-1925A047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43250"/>
            <a:ext cx="1524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967D2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967D2"/>
                </a:solidFill>
              </a:defRPr>
            </a:defPPr>
            <a:lvl1pPr algn="ctr">
              <a:defRPr sz="1575">
                <a:solidFill>
                  <a:srgbClr val="1967D2"/>
                </a:solidFill>
              </a:defRPr>
            </a:lvl1pPr>
            <a:lvl2pPr algn="ctr">
              <a:defRPr sz="1575">
                <a:solidFill>
                  <a:srgbClr val="1967D2"/>
                </a:solidFill>
              </a:defRPr>
            </a:lvl2pPr>
            <a:lvl3pPr algn="ctr">
              <a:defRPr sz="1575">
                <a:solidFill>
                  <a:srgbClr val="1967D2"/>
                </a:solidFill>
              </a:defRPr>
            </a:lvl3pPr>
            <a:lvl4pPr algn="ctr">
              <a:defRPr sz="1575">
                <a:solidFill>
                  <a:srgbClr val="1967D2"/>
                </a:solidFill>
              </a:defRPr>
            </a:lvl4pPr>
            <a:lvl5pPr algn="ctr">
              <a:defRPr sz="1575">
                <a:solidFill>
                  <a:srgbClr val="1967D2"/>
                </a:solidFill>
              </a:defRPr>
            </a:lvl5pPr>
            <a:lvl6pPr algn="ctr">
              <a:defRPr sz="1575">
                <a:solidFill>
                  <a:srgbClr val="1967D2"/>
                </a:solidFill>
              </a:defRPr>
            </a:lvl6pPr>
            <a:lvl7pPr algn="ctr">
              <a:defRPr sz="1575">
                <a:solidFill>
                  <a:srgbClr val="1967D2"/>
                </a:solidFill>
              </a:defRPr>
            </a:lvl7pPr>
            <a:lvl8pPr algn="ctr">
              <a:defRPr sz="1575">
                <a:solidFill>
                  <a:srgbClr val="1967D2"/>
                </a:solidFill>
              </a:defRPr>
            </a:lvl8pPr>
            <a:lvl9pPr algn="ctr">
              <a:defRPr sz="1575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Activity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04976FA-D405-40E2-B42F-D061B16F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766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F6368"/>
                </a:solidFill>
              </a:defRPr>
            </a:defPPr>
            <a:lvl1pPr>
              <a:defRPr sz="1500" b="0">
                <a:solidFill>
                  <a:srgbClr val="5F6368"/>
                </a:solidFill>
              </a:defRPr>
            </a:lvl1pPr>
            <a:lvl2pPr>
              <a:defRPr sz="1500" b="0">
                <a:solidFill>
                  <a:srgbClr val="5F6368"/>
                </a:solidFill>
              </a:defRPr>
            </a:lvl2pPr>
            <a:lvl3pPr>
              <a:defRPr sz="1500" b="0">
                <a:solidFill>
                  <a:srgbClr val="5F6368"/>
                </a:solidFill>
              </a:defRPr>
            </a:lvl3pPr>
            <a:lvl4pPr>
              <a:defRPr sz="1500" b="0">
                <a:solidFill>
                  <a:srgbClr val="5F6368"/>
                </a:solidFill>
              </a:defRPr>
            </a:lvl4pPr>
            <a:lvl5pPr>
              <a:defRPr sz="1500" b="0">
                <a:solidFill>
                  <a:srgbClr val="5F6368"/>
                </a:solidFill>
              </a:defRPr>
            </a:lvl5pPr>
            <a:lvl6pPr>
              <a:defRPr sz="1500" b="0">
                <a:solidFill>
                  <a:srgbClr val="5F6368"/>
                </a:solidFill>
              </a:defRPr>
            </a:lvl6pPr>
            <a:lvl7pPr>
              <a:defRPr sz="1500" b="0">
                <a:solidFill>
                  <a:srgbClr val="5F6368"/>
                </a:solidFill>
              </a:defRPr>
            </a:lvl7pPr>
            <a:lvl8pPr>
              <a:defRPr sz="1500" b="0">
                <a:solidFill>
                  <a:srgbClr val="5F6368"/>
                </a:solidFill>
              </a:defRPr>
            </a:lvl8pPr>
            <a:lvl9pPr>
              <a:defRPr sz="1500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Track requests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1EEC859-0443-452D-8904-8FA7C47F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43250"/>
            <a:ext cx="1524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967D2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967D2"/>
                </a:solidFill>
              </a:defRPr>
            </a:defPPr>
            <a:lvl1pPr algn="ctr">
              <a:defRPr sz="1575">
                <a:solidFill>
                  <a:srgbClr val="1967D2"/>
                </a:solidFill>
              </a:defRPr>
            </a:lvl1pPr>
            <a:lvl2pPr algn="ctr">
              <a:defRPr sz="1575">
                <a:solidFill>
                  <a:srgbClr val="1967D2"/>
                </a:solidFill>
              </a:defRPr>
            </a:lvl2pPr>
            <a:lvl3pPr algn="ctr">
              <a:defRPr sz="1575">
                <a:solidFill>
                  <a:srgbClr val="1967D2"/>
                </a:solidFill>
              </a:defRPr>
            </a:lvl3pPr>
            <a:lvl4pPr algn="ctr">
              <a:defRPr sz="1575">
                <a:solidFill>
                  <a:srgbClr val="1967D2"/>
                </a:solidFill>
              </a:defRPr>
            </a:lvl4pPr>
            <a:lvl5pPr algn="ctr">
              <a:defRPr sz="1575">
                <a:solidFill>
                  <a:srgbClr val="1967D2"/>
                </a:solidFill>
              </a:defRPr>
            </a:lvl5pPr>
            <a:lvl6pPr algn="ctr">
              <a:defRPr sz="1575">
                <a:solidFill>
                  <a:srgbClr val="1967D2"/>
                </a:solidFill>
              </a:defRPr>
            </a:lvl6pPr>
            <a:lvl7pPr algn="ctr">
              <a:defRPr sz="1575">
                <a:solidFill>
                  <a:srgbClr val="1967D2"/>
                </a:solidFill>
              </a:defRPr>
            </a:lvl7pPr>
            <a:lvl8pPr algn="ctr">
              <a:defRPr sz="1575">
                <a:solidFill>
                  <a:srgbClr val="1967D2"/>
                </a:solidFill>
              </a:defRPr>
            </a:lvl8pPr>
            <a:lvl9pPr algn="ctr">
              <a:defRPr sz="1575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Services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DE15663-1B34-4116-96C8-7FE673D4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766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F6368"/>
                </a:solidFill>
              </a:defRPr>
            </a:defPPr>
            <a:lvl1pPr>
              <a:defRPr sz="1500" b="0">
                <a:solidFill>
                  <a:srgbClr val="5F6368"/>
                </a:solidFill>
              </a:defRPr>
            </a:lvl1pPr>
            <a:lvl2pPr>
              <a:defRPr sz="1500" b="0">
                <a:solidFill>
                  <a:srgbClr val="5F6368"/>
                </a:solidFill>
              </a:defRPr>
            </a:lvl2pPr>
            <a:lvl3pPr>
              <a:defRPr sz="1500" b="0">
                <a:solidFill>
                  <a:srgbClr val="5F6368"/>
                </a:solidFill>
              </a:defRPr>
            </a:lvl3pPr>
            <a:lvl4pPr>
              <a:defRPr sz="1500" b="0">
                <a:solidFill>
                  <a:srgbClr val="5F6368"/>
                </a:solidFill>
              </a:defRPr>
            </a:lvl4pPr>
            <a:lvl5pPr>
              <a:defRPr sz="1500" b="0">
                <a:solidFill>
                  <a:srgbClr val="5F6368"/>
                </a:solidFill>
              </a:defRPr>
            </a:lvl5pPr>
            <a:lvl6pPr>
              <a:defRPr sz="1500" b="0">
                <a:solidFill>
                  <a:srgbClr val="5F6368"/>
                </a:solidFill>
              </a:defRPr>
            </a:lvl6pPr>
            <a:lvl7pPr>
              <a:defRPr sz="1500" b="0">
                <a:solidFill>
                  <a:srgbClr val="5F6368"/>
                </a:solidFill>
              </a:defRPr>
            </a:lvl7pPr>
            <a:lvl8pPr>
              <a:defRPr sz="1500" b="0">
                <a:solidFill>
                  <a:srgbClr val="5F6368"/>
                </a:solidFill>
              </a:defRPr>
            </a:lvl8pPr>
            <a:lvl9pPr>
              <a:defRPr sz="1500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Choose services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357676C-6932-4D1A-B720-634CF781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1524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967D2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967D2"/>
                </a:solidFill>
              </a:defRPr>
            </a:defPPr>
            <a:lvl1pPr algn="ctr">
              <a:defRPr sz="1575">
                <a:solidFill>
                  <a:srgbClr val="1967D2"/>
                </a:solidFill>
              </a:defRPr>
            </a:lvl1pPr>
            <a:lvl2pPr algn="ctr">
              <a:defRPr sz="1575">
                <a:solidFill>
                  <a:srgbClr val="1967D2"/>
                </a:solidFill>
              </a:defRPr>
            </a:lvl2pPr>
            <a:lvl3pPr algn="ctr">
              <a:defRPr sz="1575">
                <a:solidFill>
                  <a:srgbClr val="1967D2"/>
                </a:solidFill>
              </a:defRPr>
            </a:lvl3pPr>
            <a:lvl4pPr algn="ctr">
              <a:defRPr sz="1575">
                <a:solidFill>
                  <a:srgbClr val="1967D2"/>
                </a:solidFill>
              </a:defRPr>
            </a:lvl4pPr>
            <a:lvl5pPr algn="ctr">
              <a:defRPr sz="1575">
                <a:solidFill>
                  <a:srgbClr val="1967D2"/>
                </a:solidFill>
              </a:defRPr>
            </a:lvl5pPr>
            <a:lvl6pPr algn="ctr">
              <a:defRPr sz="1575">
                <a:solidFill>
                  <a:srgbClr val="1967D2"/>
                </a:solidFill>
              </a:defRPr>
            </a:lvl6pPr>
            <a:lvl7pPr algn="ctr">
              <a:defRPr sz="1575">
                <a:solidFill>
                  <a:srgbClr val="1967D2"/>
                </a:solidFill>
              </a:defRPr>
            </a:lvl7pPr>
            <a:lvl8pPr algn="ctr">
              <a:defRPr sz="1575">
                <a:solidFill>
                  <a:srgbClr val="1967D2"/>
                </a:solidFill>
              </a:defRPr>
            </a:lvl8pPr>
            <a:lvl9pPr algn="ctr">
              <a:defRPr sz="1575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Family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4955BC8-D6BB-4963-A6F0-93F84EB7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766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F6368"/>
                </a:solidFill>
              </a:defRPr>
            </a:defPPr>
            <a:lvl1pPr>
              <a:defRPr sz="1500" b="0">
                <a:solidFill>
                  <a:srgbClr val="5F6368"/>
                </a:solidFill>
              </a:defRPr>
            </a:lvl1pPr>
            <a:lvl2pPr>
              <a:defRPr sz="1500" b="0">
                <a:solidFill>
                  <a:srgbClr val="5F6368"/>
                </a:solidFill>
              </a:defRPr>
            </a:lvl2pPr>
            <a:lvl3pPr>
              <a:defRPr sz="1500" b="0">
                <a:solidFill>
                  <a:srgbClr val="5F6368"/>
                </a:solidFill>
              </a:defRPr>
            </a:lvl3pPr>
            <a:lvl4pPr>
              <a:defRPr sz="1500" b="0">
                <a:solidFill>
                  <a:srgbClr val="5F6368"/>
                </a:solidFill>
              </a:defRPr>
            </a:lvl4pPr>
            <a:lvl5pPr>
              <a:defRPr sz="1500" b="0">
                <a:solidFill>
                  <a:srgbClr val="5F6368"/>
                </a:solidFill>
              </a:defRPr>
            </a:lvl5pPr>
            <a:lvl6pPr>
              <a:defRPr sz="1500" b="0">
                <a:solidFill>
                  <a:srgbClr val="5F6368"/>
                </a:solidFill>
              </a:defRPr>
            </a:lvl6pPr>
            <a:lvl7pPr>
              <a:defRPr sz="1500" b="0">
                <a:solidFill>
                  <a:srgbClr val="5F6368"/>
                </a:solidFill>
              </a:defRPr>
            </a:lvl7pPr>
            <a:lvl8pPr>
              <a:defRPr sz="1500" b="0">
                <a:solidFill>
                  <a:srgbClr val="5F6368"/>
                </a:solidFill>
              </a:defRPr>
            </a:lvl8pPr>
            <a:lvl9pPr>
              <a:defRPr sz="1500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Manage support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BABD0ED-0427-430A-8CFA-3099B212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524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967D2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967D2"/>
                </a:solidFill>
              </a:defRPr>
            </a:defPPr>
            <a:lvl1pPr algn="ctr">
              <a:defRPr sz="1575">
                <a:solidFill>
                  <a:srgbClr val="1967D2"/>
                </a:solidFill>
              </a:defRPr>
            </a:lvl1pPr>
            <a:lvl2pPr algn="ctr">
              <a:defRPr sz="1575">
                <a:solidFill>
                  <a:srgbClr val="1967D2"/>
                </a:solidFill>
              </a:defRPr>
            </a:lvl2pPr>
            <a:lvl3pPr algn="ctr">
              <a:defRPr sz="1575">
                <a:solidFill>
                  <a:srgbClr val="1967D2"/>
                </a:solidFill>
              </a:defRPr>
            </a:lvl3pPr>
            <a:lvl4pPr algn="ctr">
              <a:defRPr sz="1575">
                <a:solidFill>
                  <a:srgbClr val="1967D2"/>
                </a:solidFill>
              </a:defRPr>
            </a:lvl4pPr>
            <a:lvl5pPr algn="ctr">
              <a:defRPr sz="1575">
                <a:solidFill>
                  <a:srgbClr val="1967D2"/>
                </a:solidFill>
              </a:defRPr>
            </a:lvl5pPr>
            <a:lvl6pPr algn="ctr">
              <a:defRPr sz="1575">
                <a:solidFill>
                  <a:srgbClr val="1967D2"/>
                </a:solidFill>
              </a:defRPr>
            </a:lvl6pPr>
            <a:lvl7pPr algn="ctr">
              <a:defRPr sz="1575">
                <a:solidFill>
                  <a:srgbClr val="1967D2"/>
                </a:solidFill>
              </a:defRPr>
            </a:lvl7pPr>
            <a:lvl8pPr algn="ctr">
              <a:defRPr sz="1575">
                <a:solidFill>
                  <a:srgbClr val="1967D2"/>
                </a:solidFill>
              </a:defRPr>
            </a:lvl8pPr>
            <a:lvl9pPr algn="ctr">
              <a:defRPr sz="1575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Profile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2E10904-AC7D-481E-888B-49D9C801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766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5F6368"/>
                </a:solidFill>
              </a:defRPr>
            </a:defPPr>
            <a:lvl1pPr>
              <a:defRPr sz="1500" b="0">
                <a:solidFill>
                  <a:srgbClr val="5F6368"/>
                </a:solidFill>
              </a:defRPr>
            </a:lvl1pPr>
            <a:lvl2pPr>
              <a:defRPr sz="1500" b="0">
                <a:solidFill>
                  <a:srgbClr val="5F6368"/>
                </a:solidFill>
              </a:defRPr>
            </a:lvl2pPr>
            <a:lvl3pPr>
              <a:defRPr sz="1500" b="0">
                <a:solidFill>
                  <a:srgbClr val="5F6368"/>
                </a:solidFill>
              </a:defRPr>
            </a:lvl3pPr>
            <a:lvl4pPr>
              <a:defRPr sz="1500" b="0">
                <a:solidFill>
                  <a:srgbClr val="5F6368"/>
                </a:solidFill>
              </a:defRPr>
            </a:lvl4pPr>
            <a:lvl5pPr>
              <a:defRPr sz="1500" b="0">
                <a:solidFill>
                  <a:srgbClr val="5F6368"/>
                </a:solidFill>
              </a:defRPr>
            </a:lvl5pPr>
            <a:lvl6pPr>
              <a:defRPr sz="1500" b="0">
                <a:solidFill>
                  <a:srgbClr val="5F6368"/>
                </a:solidFill>
              </a:defRPr>
            </a:lvl6pPr>
            <a:lvl7pPr>
              <a:defRPr sz="1500" b="0">
                <a:solidFill>
                  <a:srgbClr val="5F6368"/>
                </a:solidFill>
              </a:defRPr>
            </a:lvl7pPr>
            <a:lvl8pPr>
              <a:defRPr sz="1500" b="0">
                <a:solidFill>
                  <a:srgbClr val="5F6368"/>
                </a:solidFill>
              </a:defRPr>
            </a:lvl8pPr>
            <a:lvl9pPr>
              <a:defRPr sz="1500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F6368"/>
                </a:solidFill>
              </a:defRPr>
            </a:pPr>
            <a:r>
              <a:rPr sz="1500" b="0">
                <a:solidFill>
                  <a:srgbClr val="5F6368"/>
                </a:solidFill>
              </a:rPr>
              <a:t>Set preferences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FFE797-F99A-42D9-9CF4-AF624F03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19625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02124"/>
                </a:solidFill>
              </a:defRPr>
            </a:defPPr>
            <a:lvl1pPr>
              <a:defRPr sz="1650" b="0">
                <a:solidFill>
                  <a:srgbClr val="202124"/>
                </a:solidFill>
              </a:defRPr>
            </a:lvl1pPr>
            <a:lvl2pPr>
              <a:defRPr sz="1650" b="0">
                <a:solidFill>
                  <a:srgbClr val="202124"/>
                </a:solidFill>
              </a:defRPr>
            </a:lvl2pPr>
            <a:lvl3pPr>
              <a:defRPr sz="1650" b="0">
                <a:solidFill>
                  <a:srgbClr val="202124"/>
                </a:solidFill>
              </a:defRPr>
            </a:lvl3pPr>
            <a:lvl4pPr>
              <a:defRPr sz="1650" b="0">
                <a:solidFill>
                  <a:srgbClr val="202124"/>
                </a:solidFill>
              </a:defRPr>
            </a:lvl4pPr>
            <a:lvl5pPr>
              <a:defRPr sz="1650" b="0">
                <a:solidFill>
                  <a:srgbClr val="202124"/>
                </a:solidFill>
              </a:defRPr>
            </a:lvl5pPr>
            <a:lvl6pPr>
              <a:defRPr sz="1650" b="0">
                <a:solidFill>
                  <a:srgbClr val="202124"/>
                </a:solidFill>
              </a:defRPr>
            </a:lvl6pPr>
            <a:lvl7pPr>
              <a:defRPr sz="1650" b="0">
                <a:solidFill>
                  <a:srgbClr val="202124"/>
                </a:solidFill>
              </a:defRPr>
            </a:lvl7pPr>
            <a:lvl8pPr>
              <a:defRPr sz="1650" b="0">
                <a:solidFill>
                  <a:srgbClr val="202124"/>
                </a:solidFill>
              </a:defRPr>
            </a:lvl8pPr>
            <a:lvl9pPr>
              <a:defRPr sz="16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Categories expand only when needed, keeping the next action easy to find.</a:t>
            </a:r>
          </a:p>
        </p:txBody>
      </p:sp>
    </p:spTree>
    <p:extLst>
      <p:ext uri="{BB962C8B-B14F-4D97-AF65-F5344CB8AC3E}">
        <p14:creationId xmlns:p14="http://schemas.microsoft.com/office/powerpoint/2010/main" val="5238144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C3106F1-E5D8-48D8-9EF1-96FDAEB1E5D1}"/>
              </a:ext>
            </a:extLst>
          </p:cNvPr>
          <p:cNvCxnSpPr>
            <a:stCxn xmlns:a="http://schemas.openxmlformats.org/drawingml/2006/main" id="117" idx="3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5715000" y="3076575"/>
            <a:ext cx="1976438" cy="847725"/>
          </a:xfrm>
          <a:prstGeom xmlns:a="http://schemas.openxmlformats.org/drawingml/2006/main" prst="bentConnector2">
            <a:avLst/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cxnSp>
        <p:nvCxn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71F9252-102A-43A8-9BA9-DB8A39FB9D60}"/>
              </a:ext>
            </a:extLst>
          </p:cNvPr>
          <p:cNvCxnSpPr>
            <a:stCxn xmlns:a="http://schemas.openxmlformats.org/drawingml/2006/main" id="117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>
            <a:off x="4572000" y="34671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cxnSp>
        <p:nvCxn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9B1E509-56E9-4533-875A-5DADCE001CBF}"/>
              </a:ext>
            </a:extLst>
          </p:cNvPr>
          <p:cNvCxnSpPr>
            <a:stCxn xmlns:a="http://schemas.openxmlformats.org/drawingml/2006/main" id="117" idx="1"/>
            <a:endCxn xmlns:a="http://schemas.openxmlformats.org/drawingml/2006/main" id="119" idx="0"/>
          </p:cNvCxnSpPr>
          <p:nvPr/>
        </p:nvCxnSpPr>
        <p:spPr>
          <a:xfrm xmlns:a="http://schemas.openxmlformats.org/drawingml/2006/main" flipH="1">
            <a:off x="1452563" y="3076575"/>
            <a:ext cx="1976438" cy="847725"/>
          </a:xfrm>
          <a:prstGeom xmlns:a="http://schemas.openxmlformats.org/drawingml/2006/main" prst="bentConnector2">
            <a:avLst/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cxnSp>
        <p:nvCxn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31489B9-AC36-4C0B-822A-9131C3EF4E12}"/>
              </a:ext>
            </a:extLst>
          </p:cNvPr>
          <p:cNvCxnSpPr>
            <a:stCxn xmlns:a="http://schemas.openxmlformats.org/drawingml/2006/main" id="113" idx="2"/>
            <a:endCxn xmlns:a="http://schemas.openxmlformats.org/drawingml/2006/main" id="117" idx="0"/>
          </p:cNvCxnSpPr>
          <p:nvPr/>
        </p:nvCxnSpPr>
        <p:spPr>
          <a:xfrm xmlns:a="http://schemas.openxmlformats.org/drawingml/2006/main">
            <a:off x="4572000" y="2181225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cxnSp>
        <p:nvCxn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693AB7E-4601-4937-A503-44D8803BE63C}"/>
              </a:ext>
            </a:extLst>
          </p:cNvPr>
          <p:cNvCxnSpPr>
            <a:stCxn xmlns:a="http://schemas.openxmlformats.org/drawingml/2006/main" id="113" idx="3"/>
            <a:endCxn xmlns:a="http://schemas.openxmlformats.org/drawingml/2006/main" id="114" idx="1"/>
          </p:cNvCxnSpPr>
          <p:nvPr/>
        </p:nvCxnSpPr>
        <p:spPr>
          <a:xfrm xmlns:a="http://schemas.openxmlformats.org/drawingml/2006/main">
            <a:off x="5715000" y="18192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cxnSp>
        <p:nvCxn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D1C82A4-450B-46FC-99D3-24E4F80091E6}"/>
              </a:ext>
            </a:extLst>
          </p:cNvPr>
          <p:cNvCxnSpPr>
            <a:stCxn xmlns:a="http://schemas.openxmlformats.org/drawingml/2006/main" id="112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2524125" y="18192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0868B"/>
            </a:solidFill>
            <a:tailEnd type="arrow" w="med" len="med"/>
          </a:ln>
        </p:spPr>
      </p:cxnSp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90BF12ED-5EDA-428E-BC07-F1CFE7D0A2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64c197fd6541f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B5A1152C-4DF4-4E67-8EEA-2401DE5623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0b23af6ab40d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5BD41FB1-B108-4B49-998D-7C6DDC94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5A377C69-3DEB-453A-BA3E-740DD3AB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39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2124"/>
                </a:solidFill>
              </a:defRPr>
            </a:defPPr>
            <a:lvl1pPr>
              <a:defRPr sz="2100" b="1">
                <a:solidFill>
                  <a:srgbClr val="202124"/>
                </a:solidFill>
              </a:defRPr>
            </a:lvl1pPr>
            <a:lvl2pPr>
              <a:defRPr sz="2100" b="1">
                <a:solidFill>
                  <a:srgbClr val="202124"/>
                </a:solidFill>
              </a:defRPr>
            </a:lvl2pPr>
            <a:lvl3pPr>
              <a:defRPr sz="2100" b="1">
                <a:solidFill>
                  <a:srgbClr val="202124"/>
                </a:solidFill>
              </a:defRPr>
            </a:lvl3pPr>
            <a:lvl4pPr>
              <a:defRPr sz="2100" b="1">
                <a:solidFill>
                  <a:srgbClr val="202124"/>
                </a:solidFill>
              </a:defRPr>
            </a:lvl4pPr>
            <a:lvl5pPr>
              <a:defRPr sz="2100" b="1">
                <a:solidFill>
                  <a:srgbClr val="202124"/>
                </a:solidFill>
              </a:defRPr>
            </a:lvl5pPr>
            <a:lvl6pPr>
              <a:defRPr sz="2100" b="1">
                <a:solidFill>
                  <a:srgbClr val="202124"/>
                </a:solidFill>
              </a:defRPr>
            </a:lvl6pPr>
            <a:lvl7pPr>
              <a:defRPr sz="2100" b="1">
                <a:solidFill>
                  <a:srgbClr val="202124"/>
                </a:solidFill>
              </a:defRPr>
            </a:lvl7pPr>
            <a:lvl8pPr>
              <a:defRPr sz="2100" b="1">
                <a:solidFill>
                  <a:srgbClr val="202124"/>
                </a:solidFill>
              </a:defRPr>
            </a:lvl8pPr>
            <a:lvl9pPr>
              <a:defRPr sz="2100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02124"/>
                </a:solidFill>
              </a:defRPr>
            </a:pPr>
            <a:r>
              <a:rPr sz="2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Architecture of the proposed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063E262-6082-43BD-B25F-64AB7DD4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57325"/>
            <a:ext cx="2143125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967D2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967D2"/>
                </a:solidFill>
              </a:defRPr>
            </a:defPPr>
            <a:lvl1pPr algn="ctr">
              <a:defRPr sz="1575">
                <a:solidFill>
                  <a:srgbClr val="1967D2"/>
                </a:solidFill>
              </a:defRPr>
            </a:lvl1pPr>
            <a:lvl2pPr algn="ctr">
              <a:defRPr sz="1575">
                <a:solidFill>
                  <a:srgbClr val="1967D2"/>
                </a:solidFill>
              </a:defRPr>
            </a:lvl2pPr>
            <a:lvl3pPr algn="ctr">
              <a:defRPr sz="1575">
                <a:solidFill>
                  <a:srgbClr val="1967D2"/>
                </a:solidFill>
              </a:defRPr>
            </a:lvl3pPr>
            <a:lvl4pPr algn="ctr">
              <a:defRPr sz="1575">
                <a:solidFill>
                  <a:srgbClr val="1967D2"/>
                </a:solidFill>
              </a:defRPr>
            </a:lvl4pPr>
            <a:lvl5pPr algn="ctr">
              <a:defRPr sz="1575">
                <a:solidFill>
                  <a:srgbClr val="1967D2"/>
                </a:solidFill>
              </a:defRPr>
            </a:lvl5pPr>
            <a:lvl6pPr algn="ctr">
              <a:defRPr sz="1575">
                <a:solidFill>
                  <a:srgbClr val="1967D2"/>
                </a:solidFill>
              </a:defRPr>
            </a:lvl6pPr>
            <a:lvl7pPr algn="ctr">
              <a:defRPr sz="1575">
                <a:solidFill>
                  <a:srgbClr val="1967D2"/>
                </a:solidFill>
              </a:defRPr>
            </a:lvl7pPr>
            <a:lvl8pPr algn="ctr">
              <a:defRPr sz="1575">
                <a:solidFill>
                  <a:srgbClr val="1967D2"/>
                </a:solidFill>
              </a:defRPr>
            </a:lvl8pPr>
            <a:lvl9pPr algn="ctr">
              <a:defRPr sz="1575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React app</a:t>
            </a:r>
          </a:p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Firebase Hosting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CA4FF08-0D22-48CE-B80E-7A43F5A7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57325"/>
            <a:ext cx="22860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967D2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967D2"/>
                </a:solidFill>
              </a:defRPr>
            </a:defPPr>
            <a:lvl1pPr algn="ctr">
              <a:defRPr sz="1575">
                <a:solidFill>
                  <a:srgbClr val="1967D2"/>
                </a:solidFill>
              </a:defRPr>
            </a:lvl1pPr>
            <a:lvl2pPr algn="ctr">
              <a:defRPr sz="1575">
                <a:solidFill>
                  <a:srgbClr val="1967D2"/>
                </a:solidFill>
              </a:defRPr>
            </a:lvl2pPr>
            <a:lvl3pPr algn="ctr">
              <a:defRPr sz="1575">
                <a:solidFill>
                  <a:srgbClr val="1967D2"/>
                </a:solidFill>
              </a:defRPr>
            </a:lvl3pPr>
            <a:lvl4pPr algn="ctr">
              <a:defRPr sz="1575">
                <a:solidFill>
                  <a:srgbClr val="1967D2"/>
                </a:solidFill>
              </a:defRPr>
            </a:lvl4pPr>
            <a:lvl5pPr algn="ctr">
              <a:defRPr sz="1575">
                <a:solidFill>
                  <a:srgbClr val="1967D2"/>
                </a:solidFill>
              </a:defRPr>
            </a:lvl5pPr>
            <a:lvl6pPr algn="ctr">
              <a:defRPr sz="1575">
                <a:solidFill>
                  <a:srgbClr val="1967D2"/>
                </a:solidFill>
              </a:defRPr>
            </a:lvl6pPr>
            <a:lvl7pPr algn="ctr">
              <a:defRPr sz="1575">
                <a:solidFill>
                  <a:srgbClr val="1967D2"/>
                </a:solidFill>
              </a:defRPr>
            </a:lvl7pPr>
            <a:lvl8pPr algn="ctr">
              <a:defRPr sz="1575">
                <a:solidFill>
                  <a:srgbClr val="1967D2"/>
                </a:solidFill>
              </a:defRPr>
            </a:lvl8pPr>
            <a:lvl9pPr algn="ctr">
              <a:defRPr sz="1575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FastAPI</a:t>
            </a:r>
          </a:p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Cloud Run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6478661-9C35-442D-880E-171FD320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57325"/>
            <a:ext cx="2143125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967D2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967D2"/>
                </a:solidFill>
              </a:defRPr>
            </a:defPPr>
            <a:lvl1pPr algn="ctr">
              <a:defRPr sz="1575">
                <a:solidFill>
                  <a:srgbClr val="1967D2"/>
                </a:solidFill>
              </a:defRPr>
            </a:lvl1pPr>
            <a:lvl2pPr algn="ctr">
              <a:defRPr sz="1575">
                <a:solidFill>
                  <a:srgbClr val="1967D2"/>
                </a:solidFill>
              </a:defRPr>
            </a:lvl2pPr>
            <a:lvl3pPr algn="ctr">
              <a:defRPr sz="1575">
                <a:solidFill>
                  <a:srgbClr val="1967D2"/>
                </a:solidFill>
              </a:defRPr>
            </a:lvl3pPr>
            <a:lvl4pPr algn="ctr">
              <a:defRPr sz="1575">
                <a:solidFill>
                  <a:srgbClr val="1967D2"/>
                </a:solidFill>
              </a:defRPr>
            </a:lvl4pPr>
            <a:lvl5pPr algn="ctr">
              <a:defRPr sz="1575">
                <a:solidFill>
                  <a:srgbClr val="1967D2"/>
                </a:solidFill>
              </a:defRPr>
            </a:lvl5pPr>
            <a:lvl6pPr algn="ctr">
              <a:defRPr sz="1575">
                <a:solidFill>
                  <a:srgbClr val="1967D2"/>
                </a:solidFill>
              </a:defRPr>
            </a:lvl6pPr>
            <a:lvl7pPr algn="ctr">
              <a:defRPr sz="1575">
                <a:solidFill>
                  <a:srgbClr val="1967D2"/>
                </a:solidFill>
              </a:defRPr>
            </a:lvl7pPr>
            <a:lvl8pPr algn="ctr">
              <a:defRPr sz="1575">
                <a:solidFill>
                  <a:srgbClr val="1967D2"/>
                </a:solidFill>
              </a:defRPr>
            </a:lvl8pPr>
            <a:lvl9pPr algn="ctr">
              <a:defRPr sz="1575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Gemini</a:t>
            </a:r>
          </a:p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Structured requests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DEAF153-6952-4ECA-AFD8-26BA7A8F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286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967D2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967D2"/>
                </a:solidFill>
              </a:defRPr>
            </a:defPPr>
            <a:lvl1pPr algn="ctr">
              <a:defRPr sz="1575">
                <a:solidFill>
                  <a:srgbClr val="1967D2"/>
                </a:solidFill>
              </a:defRPr>
            </a:lvl1pPr>
            <a:lvl2pPr algn="ctr">
              <a:defRPr sz="1575">
                <a:solidFill>
                  <a:srgbClr val="1967D2"/>
                </a:solidFill>
              </a:defRPr>
            </a:lvl2pPr>
            <a:lvl3pPr algn="ctr">
              <a:defRPr sz="1575">
                <a:solidFill>
                  <a:srgbClr val="1967D2"/>
                </a:solidFill>
              </a:defRPr>
            </a:lvl3pPr>
            <a:lvl4pPr algn="ctr">
              <a:defRPr sz="1575">
                <a:solidFill>
                  <a:srgbClr val="1967D2"/>
                </a:solidFill>
              </a:defRPr>
            </a:lvl4pPr>
            <a:lvl5pPr algn="ctr">
              <a:defRPr sz="1575">
                <a:solidFill>
                  <a:srgbClr val="1967D2"/>
                </a:solidFill>
              </a:defRPr>
            </a:lvl5pPr>
            <a:lvl6pPr algn="ctr">
              <a:defRPr sz="1575">
                <a:solidFill>
                  <a:srgbClr val="1967D2"/>
                </a:solidFill>
              </a:defRPr>
            </a:lvl6pPr>
            <a:lvl7pPr algn="ctr">
              <a:defRPr sz="1575">
                <a:solidFill>
                  <a:srgbClr val="1967D2"/>
                </a:solidFill>
              </a:defRPr>
            </a:lvl7pPr>
            <a:lvl8pPr algn="ctr">
              <a:defRPr sz="1575">
                <a:solidFill>
                  <a:srgbClr val="1967D2"/>
                </a:solidFill>
              </a:defRPr>
            </a:lvl8pPr>
            <a:lvl9pPr algn="ctr">
              <a:defRPr sz="1575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Shared conversation</a:t>
            </a:r>
          </a:p>
          <a:p xmlns:a="http://schemas.openxmlformats.org/drawingml/2006/main">
            <a:pPr algn="ctr">
              <a:defRPr sz="1575">
                <a:solidFill>
                  <a:srgbClr val="1967D2"/>
                </a:solidFill>
              </a:defRPr>
            </a:pPr>
            <a:r>
              <a:rPr sz="1575">
                <a:solidFill>
                  <a:srgbClr val="1967D2"/>
                </a:solidFill>
              </a:rPr>
              <a:t>and booking workflow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40B0505-736F-4B47-B172-C91519C7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24300"/>
            <a:ext cx="21431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8803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88038"/>
                </a:solidFill>
              </a:defRPr>
            </a:defPPr>
            <a:lvl1pPr algn="ctr">
              <a:defRPr sz="1575">
                <a:solidFill>
                  <a:srgbClr val="188038"/>
                </a:solidFill>
              </a:defRPr>
            </a:lvl1pPr>
            <a:lvl2pPr algn="ctr">
              <a:defRPr sz="1575">
                <a:solidFill>
                  <a:srgbClr val="188038"/>
                </a:solidFill>
              </a:defRPr>
            </a:lvl2pPr>
            <a:lvl3pPr algn="ctr">
              <a:defRPr sz="1575">
                <a:solidFill>
                  <a:srgbClr val="188038"/>
                </a:solidFill>
              </a:defRPr>
            </a:lvl3pPr>
            <a:lvl4pPr algn="ctr">
              <a:defRPr sz="1575">
                <a:solidFill>
                  <a:srgbClr val="188038"/>
                </a:solidFill>
              </a:defRPr>
            </a:lvl4pPr>
            <a:lvl5pPr algn="ctr">
              <a:defRPr sz="1575">
                <a:solidFill>
                  <a:srgbClr val="188038"/>
                </a:solidFill>
              </a:defRPr>
            </a:lvl5pPr>
            <a:lvl6pPr algn="ctr">
              <a:defRPr sz="1575">
                <a:solidFill>
                  <a:srgbClr val="188038"/>
                </a:solidFill>
              </a:defRPr>
            </a:lvl6pPr>
            <a:lvl7pPr algn="ctr">
              <a:defRPr sz="1575">
                <a:solidFill>
                  <a:srgbClr val="188038"/>
                </a:solidFill>
              </a:defRPr>
            </a:lvl7pPr>
            <a:lvl8pPr algn="ctr">
              <a:defRPr sz="1575">
                <a:solidFill>
                  <a:srgbClr val="188038"/>
                </a:solidFill>
              </a:defRPr>
            </a:lvl8pPr>
            <a:lvl9pPr algn="ctr">
              <a:defRPr sz="1575">
                <a:solidFill>
                  <a:srgbClr val="188038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88038"/>
                </a:solidFill>
              </a:defRPr>
            </a:pPr>
            <a:r>
              <a:rPr sz="1575">
                <a:solidFill>
                  <a:srgbClr val="188038"/>
                </a:solidFill>
              </a:rPr>
              <a:t>Firestore</a:t>
            </a:r>
          </a:p>
          <a:p xmlns:a="http://schemas.openxmlformats.org/drawingml/2006/main">
            <a:pPr algn="ctr">
              <a:defRPr sz="1575">
                <a:solidFill>
                  <a:srgbClr val="188038"/>
                </a:solidFill>
              </a:defRPr>
            </a:pPr>
            <a:r>
              <a:rPr sz="1575">
                <a:solidFill>
                  <a:srgbClr val="188038"/>
                </a:solidFill>
              </a:rPr>
              <a:t>Profile and activity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A44EC4B-31ED-4BF6-B436-4753695D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2286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8803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88038"/>
                </a:solidFill>
              </a:defRPr>
            </a:defPPr>
            <a:lvl1pPr algn="ctr">
              <a:defRPr sz="1575">
                <a:solidFill>
                  <a:srgbClr val="188038"/>
                </a:solidFill>
              </a:defRPr>
            </a:lvl1pPr>
            <a:lvl2pPr algn="ctr">
              <a:defRPr sz="1575">
                <a:solidFill>
                  <a:srgbClr val="188038"/>
                </a:solidFill>
              </a:defRPr>
            </a:lvl2pPr>
            <a:lvl3pPr algn="ctr">
              <a:defRPr sz="1575">
                <a:solidFill>
                  <a:srgbClr val="188038"/>
                </a:solidFill>
              </a:defRPr>
            </a:lvl3pPr>
            <a:lvl4pPr algn="ctr">
              <a:defRPr sz="1575">
                <a:solidFill>
                  <a:srgbClr val="188038"/>
                </a:solidFill>
              </a:defRPr>
            </a:lvl4pPr>
            <a:lvl5pPr algn="ctr">
              <a:defRPr sz="1575">
                <a:solidFill>
                  <a:srgbClr val="188038"/>
                </a:solidFill>
              </a:defRPr>
            </a:lvl5pPr>
            <a:lvl6pPr algn="ctr">
              <a:defRPr sz="1575">
                <a:solidFill>
                  <a:srgbClr val="188038"/>
                </a:solidFill>
              </a:defRPr>
            </a:lvl6pPr>
            <a:lvl7pPr algn="ctr">
              <a:defRPr sz="1575">
                <a:solidFill>
                  <a:srgbClr val="188038"/>
                </a:solidFill>
              </a:defRPr>
            </a:lvl7pPr>
            <a:lvl8pPr algn="ctr">
              <a:defRPr sz="1575">
                <a:solidFill>
                  <a:srgbClr val="188038"/>
                </a:solidFill>
              </a:defRPr>
            </a:lvl8pPr>
            <a:lvl9pPr algn="ctr">
              <a:defRPr sz="1575">
                <a:solidFill>
                  <a:srgbClr val="188038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88038"/>
                </a:solidFill>
              </a:defRPr>
            </a:pPr>
            <a:r>
              <a:rPr sz="1575">
                <a:solidFill>
                  <a:srgbClr val="188038"/>
                </a:solidFill>
              </a:rPr>
              <a:t>Care Circle</a:t>
            </a:r>
          </a:p>
          <a:p xmlns:a="http://schemas.openxmlformats.org/drawingml/2006/main">
            <a:pPr algn="ctr">
              <a:defRPr sz="1575">
                <a:solidFill>
                  <a:srgbClr val="188038"/>
                </a:solidFill>
              </a:defRPr>
            </a:pPr>
            <a:r>
              <a:rPr sz="1575">
                <a:solidFill>
                  <a:srgbClr val="188038"/>
                </a:solidFill>
              </a:rPr>
              <a:t>Approval rules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E8C43FE-27D3-4E54-BD7E-1DCCE2CD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24300"/>
            <a:ext cx="21431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3F7FE"/>
          </a:solidFill>
          <a:ln xmlns:a="http://schemas.openxmlformats.org/drawingml/2006/main" w="13335">
            <a:solidFill>
              <a:srgbClr val="188038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575">
                <a:solidFill>
                  <a:srgbClr val="188038"/>
                </a:solidFill>
              </a:defRPr>
            </a:defPPr>
            <a:lvl1pPr algn="ctr">
              <a:defRPr sz="1575">
                <a:solidFill>
                  <a:srgbClr val="188038"/>
                </a:solidFill>
              </a:defRPr>
            </a:lvl1pPr>
            <a:lvl2pPr algn="ctr">
              <a:defRPr sz="1575">
                <a:solidFill>
                  <a:srgbClr val="188038"/>
                </a:solidFill>
              </a:defRPr>
            </a:lvl2pPr>
            <a:lvl3pPr algn="ctr">
              <a:defRPr sz="1575">
                <a:solidFill>
                  <a:srgbClr val="188038"/>
                </a:solidFill>
              </a:defRPr>
            </a:lvl3pPr>
            <a:lvl4pPr algn="ctr">
              <a:defRPr sz="1575">
                <a:solidFill>
                  <a:srgbClr val="188038"/>
                </a:solidFill>
              </a:defRPr>
            </a:lvl4pPr>
            <a:lvl5pPr algn="ctr">
              <a:defRPr sz="1575">
                <a:solidFill>
                  <a:srgbClr val="188038"/>
                </a:solidFill>
              </a:defRPr>
            </a:lvl5pPr>
            <a:lvl6pPr algn="ctr">
              <a:defRPr sz="1575">
                <a:solidFill>
                  <a:srgbClr val="188038"/>
                </a:solidFill>
              </a:defRPr>
            </a:lvl6pPr>
            <a:lvl7pPr algn="ctr">
              <a:defRPr sz="1575">
                <a:solidFill>
                  <a:srgbClr val="188038"/>
                </a:solidFill>
              </a:defRPr>
            </a:lvl7pPr>
            <a:lvl8pPr algn="ctr">
              <a:defRPr sz="1575">
                <a:solidFill>
                  <a:srgbClr val="188038"/>
                </a:solidFill>
              </a:defRPr>
            </a:lvl8pPr>
            <a:lvl9pPr algn="ctr">
              <a:defRPr sz="1575">
                <a:solidFill>
                  <a:srgbClr val="188038"/>
                </a:solidFill>
              </a:defRPr>
            </a:lvl9pPr>
          </a:lstStyle>
          <a:p xmlns:a="http://schemas.openxmlformats.org/drawingml/2006/main">
            <a:pPr algn="ctr">
              <a:defRPr sz="1575">
                <a:solidFill>
                  <a:srgbClr val="188038"/>
                </a:solidFill>
              </a:defRPr>
            </a:pPr>
            <a:r>
              <a:rPr sz="1575">
                <a:solidFill>
                  <a:srgbClr val="188038"/>
                </a:solidFill>
              </a:rPr>
              <a:t>Service adapters</a:t>
            </a:r>
          </a:p>
          <a:p xmlns:a="http://schemas.openxmlformats.org/drawingml/2006/main">
            <a:pPr algn="ctr">
              <a:defRPr sz="1575">
                <a:solidFill>
                  <a:srgbClr val="188038"/>
                </a:solidFill>
              </a:defRPr>
            </a:pPr>
            <a:r>
              <a:rPr sz="1575">
                <a:solidFill>
                  <a:srgbClr val="188038"/>
                </a:solidFill>
              </a:rPr>
              <a:t>Prototype actions</a:t>
            </a:r>
          </a:p>
        </p:txBody>
      </p:sp>
    </p:spTree>
    <p:extLst>
      <p:ext uri="{BB962C8B-B14F-4D97-AF65-F5344CB8AC3E}">
        <p14:creationId xmlns:p14="http://schemas.microsoft.com/office/powerpoint/2010/main" val="20408730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B29B107E-DB67-4492-8162-D35E527A19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1c593136744d40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B4CFE058-3FB3-4932-A33C-7DA5104928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676cacdf04d8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50AB893B-BB19-45C8-BE39-0BA88AD2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1DD711BC-F746-435D-967C-19722A3E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39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2124"/>
                </a:solidFill>
              </a:defRPr>
            </a:defPPr>
            <a:lvl1pPr>
              <a:defRPr sz="2100" b="1">
                <a:solidFill>
                  <a:srgbClr val="202124"/>
                </a:solidFill>
              </a:defRPr>
            </a:lvl1pPr>
            <a:lvl2pPr>
              <a:defRPr sz="2100" b="1">
                <a:solidFill>
                  <a:srgbClr val="202124"/>
                </a:solidFill>
              </a:defRPr>
            </a:lvl2pPr>
            <a:lvl3pPr>
              <a:defRPr sz="2100" b="1">
                <a:solidFill>
                  <a:srgbClr val="202124"/>
                </a:solidFill>
              </a:defRPr>
            </a:lvl3pPr>
            <a:lvl4pPr>
              <a:defRPr sz="2100" b="1">
                <a:solidFill>
                  <a:srgbClr val="202124"/>
                </a:solidFill>
              </a:defRPr>
            </a:lvl4pPr>
            <a:lvl5pPr>
              <a:defRPr sz="2100" b="1">
                <a:solidFill>
                  <a:srgbClr val="202124"/>
                </a:solidFill>
              </a:defRPr>
            </a:lvl5pPr>
            <a:lvl6pPr>
              <a:defRPr sz="2100" b="1">
                <a:solidFill>
                  <a:srgbClr val="202124"/>
                </a:solidFill>
              </a:defRPr>
            </a:lvl6pPr>
            <a:lvl7pPr>
              <a:defRPr sz="2100" b="1">
                <a:solidFill>
                  <a:srgbClr val="202124"/>
                </a:solidFill>
              </a:defRPr>
            </a:lvl7pPr>
            <a:lvl8pPr>
              <a:defRPr sz="2100" b="1">
                <a:solidFill>
                  <a:srgbClr val="202124"/>
                </a:solidFill>
              </a:defRPr>
            </a:lvl8pPr>
            <a:lvl9pPr>
              <a:defRPr sz="2100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02124"/>
                </a:solidFill>
              </a:defRPr>
            </a:pPr>
            <a:r>
              <a:rPr sz="2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Technologies used in the solution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684E3DC-977F-4419-951F-59E596B9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573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967D2"/>
                </a:solidFill>
              </a:defRPr>
            </a:defPPr>
            <a:lvl1pPr>
              <a:defRPr sz="1875" b="1">
                <a:solidFill>
                  <a:srgbClr val="1967D2"/>
                </a:solidFill>
              </a:defRPr>
            </a:lvl1pPr>
            <a:lvl2pPr>
              <a:defRPr sz="1875" b="1">
                <a:solidFill>
                  <a:srgbClr val="1967D2"/>
                </a:solidFill>
              </a:defRPr>
            </a:lvl2pPr>
            <a:lvl3pPr>
              <a:defRPr sz="1875" b="1">
                <a:solidFill>
                  <a:srgbClr val="1967D2"/>
                </a:solidFill>
              </a:defRPr>
            </a:lvl3pPr>
            <a:lvl4pPr>
              <a:defRPr sz="1875" b="1">
                <a:solidFill>
                  <a:srgbClr val="1967D2"/>
                </a:solidFill>
              </a:defRPr>
            </a:lvl4pPr>
            <a:lvl5pPr>
              <a:defRPr sz="1875" b="1">
                <a:solidFill>
                  <a:srgbClr val="1967D2"/>
                </a:solidFill>
              </a:defRPr>
            </a:lvl5pPr>
            <a:lvl6pPr>
              <a:defRPr sz="1875" b="1">
                <a:solidFill>
                  <a:srgbClr val="1967D2"/>
                </a:solidFill>
              </a:defRPr>
            </a:lvl6pPr>
            <a:lvl7pPr>
              <a:defRPr sz="1875" b="1">
                <a:solidFill>
                  <a:srgbClr val="1967D2"/>
                </a:solidFill>
              </a:defRPr>
            </a:lvl7pPr>
            <a:lvl8pPr>
              <a:defRPr sz="1875" b="1">
                <a:solidFill>
                  <a:srgbClr val="1967D2"/>
                </a:solidFill>
              </a:defRPr>
            </a:lvl8pPr>
            <a:lvl9pPr>
              <a:defRPr sz="187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67D2"/>
                </a:solidFill>
              </a:defRPr>
            </a:pPr>
            <a:r>
              <a:rPr sz="1875" b="1">
                <a:solidFill>
                  <a:srgbClr val="1967D2"/>
                </a:solidFill>
              </a:rPr>
              <a:t>Firebase Hosting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E8781D8-DB88-40E0-B8F9-7DBF3881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57325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02124"/>
                </a:solidFill>
              </a:defRPr>
            </a:defPPr>
            <a:lvl1pPr>
              <a:defRPr sz="1725" b="0">
                <a:solidFill>
                  <a:srgbClr val="202124"/>
                </a:solidFill>
              </a:defRPr>
            </a:lvl1pPr>
            <a:lvl2pPr>
              <a:defRPr sz="1725" b="0">
                <a:solidFill>
                  <a:srgbClr val="202124"/>
                </a:solidFill>
              </a:defRPr>
            </a:lvl2pPr>
            <a:lvl3pPr>
              <a:defRPr sz="1725" b="0">
                <a:solidFill>
                  <a:srgbClr val="202124"/>
                </a:solidFill>
              </a:defRPr>
            </a:lvl3pPr>
            <a:lvl4pPr>
              <a:defRPr sz="1725" b="0">
                <a:solidFill>
                  <a:srgbClr val="202124"/>
                </a:solidFill>
              </a:defRPr>
            </a:lvl4pPr>
            <a:lvl5pPr>
              <a:defRPr sz="1725" b="0">
                <a:solidFill>
                  <a:srgbClr val="202124"/>
                </a:solidFill>
              </a:defRPr>
            </a:lvl5pPr>
            <a:lvl6pPr>
              <a:defRPr sz="1725" b="0">
                <a:solidFill>
                  <a:srgbClr val="202124"/>
                </a:solidFill>
              </a:defRPr>
            </a:lvl6pPr>
            <a:lvl7pPr>
              <a:defRPr sz="1725" b="0">
                <a:solidFill>
                  <a:srgbClr val="202124"/>
                </a:solidFill>
              </a:defRPr>
            </a:lvl7pPr>
            <a:lvl8pPr>
              <a:defRPr sz="1725" b="0">
                <a:solidFill>
                  <a:srgbClr val="202124"/>
                </a:solidFill>
              </a:defRPr>
            </a:lvl8pPr>
            <a:lvl9pPr>
              <a:defRPr sz="1725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Serves the web app and routes API requests.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EC522A7-BA0C-4C4A-9CBC-B692E635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14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967D2"/>
                </a:solidFill>
              </a:defRPr>
            </a:defPPr>
            <a:lvl1pPr>
              <a:defRPr sz="1875" b="1">
                <a:solidFill>
                  <a:srgbClr val="1967D2"/>
                </a:solidFill>
              </a:defRPr>
            </a:lvl1pPr>
            <a:lvl2pPr>
              <a:defRPr sz="1875" b="1">
                <a:solidFill>
                  <a:srgbClr val="1967D2"/>
                </a:solidFill>
              </a:defRPr>
            </a:lvl2pPr>
            <a:lvl3pPr>
              <a:defRPr sz="1875" b="1">
                <a:solidFill>
                  <a:srgbClr val="1967D2"/>
                </a:solidFill>
              </a:defRPr>
            </a:lvl3pPr>
            <a:lvl4pPr>
              <a:defRPr sz="1875" b="1">
                <a:solidFill>
                  <a:srgbClr val="1967D2"/>
                </a:solidFill>
              </a:defRPr>
            </a:lvl4pPr>
            <a:lvl5pPr>
              <a:defRPr sz="1875" b="1">
                <a:solidFill>
                  <a:srgbClr val="1967D2"/>
                </a:solidFill>
              </a:defRPr>
            </a:lvl5pPr>
            <a:lvl6pPr>
              <a:defRPr sz="1875" b="1">
                <a:solidFill>
                  <a:srgbClr val="1967D2"/>
                </a:solidFill>
              </a:defRPr>
            </a:lvl6pPr>
            <a:lvl7pPr>
              <a:defRPr sz="1875" b="1">
                <a:solidFill>
                  <a:srgbClr val="1967D2"/>
                </a:solidFill>
              </a:defRPr>
            </a:lvl7pPr>
            <a:lvl8pPr>
              <a:defRPr sz="1875" b="1">
                <a:solidFill>
                  <a:srgbClr val="1967D2"/>
                </a:solidFill>
              </a:defRPr>
            </a:lvl8pPr>
            <a:lvl9pPr>
              <a:defRPr sz="187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67D2"/>
                </a:solidFill>
              </a:defRPr>
            </a:pPr>
            <a:r>
              <a:rPr sz="1875" b="1">
                <a:solidFill>
                  <a:srgbClr val="1967D2"/>
                </a:solidFill>
              </a:rPr>
              <a:t>Cloud Run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AA4B57E-96C3-4521-BE3B-8CCB212C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145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02124"/>
                </a:solidFill>
              </a:defRPr>
            </a:defPPr>
            <a:lvl1pPr>
              <a:defRPr sz="1725" b="0">
                <a:solidFill>
                  <a:srgbClr val="202124"/>
                </a:solidFill>
              </a:defRPr>
            </a:lvl1pPr>
            <a:lvl2pPr>
              <a:defRPr sz="1725" b="0">
                <a:solidFill>
                  <a:srgbClr val="202124"/>
                </a:solidFill>
              </a:defRPr>
            </a:lvl2pPr>
            <a:lvl3pPr>
              <a:defRPr sz="1725" b="0">
                <a:solidFill>
                  <a:srgbClr val="202124"/>
                </a:solidFill>
              </a:defRPr>
            </a:lvl3pPr>
            <a:lvl4pPr>
              <a:defRPr sz="1725" b="0">
                <a:solidFill>
                  <a:srgbClr val="202124"/>
                </a:solidFill>
              </a:defRPr>
            </a:lvl4pPr>
            <a:lvl5pPr>
              <a:defRPr sz="1725" b="0">
                <a:solidFill>
                  <a:srgbClr val="202124"/>
                </a:solidFill>
              </a:defRPr>
            </a:lvl5pPr>
            <a:lvl6pPr>
              <a:defRPr sz="1725" b="0">
                <a:solidFill>
                  <a:srgbClr val="202124"/>
                </a:solidFill>
              </a:defRPr>
            </a:lvl6pPr>
            <a:lvl7pPr>
              <a:defRPr sz="1725" b="0">
                <a:solidFill>
                  <a:srgbClr val="202124"/>
                </a:solidFill>
              </a:defRPr>
            </a:lvl7pPr>
            <a:lvl8pPr>
              <a:defRPr sz="1725" b="0">
                <a:solidFill>
                  <a:srgbClr val="202124"/>
                </a:solidFill>
              </a:defRPr>
            </a:lvl8pPr>
            <a:lvl9pPr>
              <a:defRPr sz="1725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Runs the Python FastAPI backend.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E083C01-5774-4863-900F-2600A16B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717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967D2"/>
                </a:solidFill>
              </a:defRPr>
            </a:defPPr>
            <a:lvl1pPr>
              <a:defRPr sz="1875" b="1">
                <a:solidFill>
                  <a:srgbClr val="1967D2"/>
                </a:solidFill>
              </a:defRPr>
            </a:lvl1pPr>
            <a:lvl2pPr>
              <a:defRPr sz="1875" b="1">
                <a:solidFill>
                  <a:srgbClr val="1967D2"/>
                </a:solidFill>
              </a:defRPr>
            </a:lvl2pPr>
            <a:lvl3pPr>
              <a:defRPr sz="1875" b="1">
                <a:solidFill>
                  <a:srgbClr val="1967D2"/>
                </a:solidFill>
              </a:defRPr>
            </a:lvl3pPr>
            <a:lvl4pPr>
              <a:defRPr sz="1875" b="1">
                <a:solidFill>
                  <a:srgbClr val="1967D2"/>
                </a:solidFill>
              </a:defRPr>
            </a:lvl4pPr>
            <a:lvl5pPr>
              <a:defRPr sz="1875" b="1">
                <a:solidFill>
                  <a:srgbClr val="1967D2"/>
                </a:solidFill>
              </a:defRPr>
            </a:lvl5pPr>
            <a:lvl6pPr>
              <a:defRPr sz="1875" b="1">
                <a:solidFill>
                  <a:srgbClr val="1967D2"/>
                </a:solidFill>
              </a:defRPr>
            </a:lvl6pPr>
            <a:lvl7pPr>
              <a:defRPr sz="1875" b="1">
                <a:solidFill>
                  <a:srgbClr val="1967D2"/>
                </a:solidFill>
              </a:defRPr>
            </a:lvl7pPr>
            <a:lvl8pPr>
              <a:defRPr sz="1875" b="1">
                <a:solidFill>
                  <a:srgbClr val="1967D2"/>
                </a:solidFill>
              </a:defRPr>
            </a:lvl8pPr>
            <a:lvl9pPr>
              <a:defRPr sz="187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67D2"/>
                </a:solidFill>
              </a:defRPr>
            </a:pPr>
            <a:r>
              <a:rPr sz="1875" b="1">
                <a:solidFill>
                  <a:srgbClr val="1967D2"/>
                </a:solidFill>
              </a:rPr>
              <a:t>Firestore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030A534-5EBB-4012-9C4A-BC77087F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71775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02124"/>
                </a:solidFill>
              </a:defRPr>
            </a:defPPr>
            <a:lvl1pPr>
              <a:defRPr sz="1725" b="0">
                <a:solidFill>
                  <a:srgbClr val="202124"/>
                </a:solidFill>
              </a:defRPr>
            </a:lvl1pPr>
            <a:lvl2pPr>
              <a:defRPr sz="1725" b="0">
                <a:solidFill>
                  <a:srgbClr val="202124"/>
                </a:solidFill>
              </a:defRPr>
            </a:lvl2pPr>
            <a:lvl3pPr>
              <a:defRPr sz="1725" b="0">
                <a:solidFill>
                  <a:srgbClr val="202124"/>
                </a:solidFill>
              </a:defRPr>
            </a:lvl3pPr>
            <a:lvl4pPr>
              <a:defRPr sz="1725" b="0">
                <a:solidFill>
                  <a:srgbClr val="202124"/>
                </a:solidFill>
              </a:defRPr>
            </a:lvl4pPr>
            <a:lvl5pPr>
              <a:defRPr sz="1725" b="0">
                <a:solidFill>
                  <a:srgbClr val="202124"/>
                </a:solidFill>
              </a:defRPr>
            </a:lvl5pPr>
            <a:lvl6pPr>
              <a:defRPr sz="1725" b="0">
                <a:solidFill>
                  <a:srgbClr val="202124"/>
                </a:solidFill>
              </a:defRPr>
            </a:lvl6pPr>
            <a:lvl7pPr>
              <a:defRPr sz="1725" b="0">
                <a:solidFill>
                  <a:srgbClr val="202124"/>
                </a:solidFill>
              </a:defRPr>
            </a:lvl7pPr>
            <a:lvl8pPr>
              <a:defRPr sz="1725" b="0">
                <a:solidFill>
                  <a:srgbClr val="202124"/>
                </a:solidFill>
              </a:defRPr>
            </a:lvl8pPr>
            <a:lvl9pPr>
              <a:defRPr sz="1725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Stores profiles, bookings and shared activity.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0E912FC-1FFC-45BB-83AE-4CDFCBA2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290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967D2"/>
                </a:solidFill>
              </a:defRPr>
            </a:defPPr>
            <a:lvl1pPr>
              <a:defRPr sz="1875" b="1">
                <a:solidFill>
                  <a:srgbClr val="1967D2"/>
                </a:solidFill>
              </a:defRPr>
            </a:lvl1pPr>
            <a:lvl2pPr>
              <a:defRPr sz="1875" b="1">
                <a:solidFill>
                  <a:srgbClr val="1967D2"/>
                </a:solidFill>
              </a:defRPr>
            </a:lvl2pPr>
            <a:lvl3pPr>
              <a:defRPr sz="1875" b="1">
                <a:solidFill>
                  <a:srgbClr val="1967D2"/>
                </a:solidFill>
              </a:defRPr>
            </a:lvl3pPr>
            <a:lvl4pPr>
              <a:defRPr sz="1875" b="1">
                <a:solidFill>
                  <a:srgbClr val="1967D2"/>
                </a:solidFill>
              </a:defRPr>
            </a:lvl4pPr>
            <a:lvl5pPr>
              <a:defRPr sz="1875" b="1">
                <a:solidFill>
                  <a:srgbClr val="1967D2"/>
                </a:solidFill>
              </a:defRPr>
            </a:lvl5pPr>
            <a:lvl6pPr>
              <a:defRPr sz="1875" b="1">
                <a:solidFill>
                  <a:srgbClr val="1967D2"/>
                </a:solidFill>
              </a:defRPr>
            </a:lvl6pPr>
            <a:lvl7pPr>
              <a:defRPr sz="1875" b="1">
                <a:solidFill>
                  <a:srgbClr val="1967D2"/>
                </a:solidFill>
              </a:defRPr>
            </a:lvl7pPr>
            <a:lvl8pPr>
              <a:defRPr sz="1875" b="1">
                <a:solidFill>
                  <a:srgbClr val="1967D2"/>
                </a:solidFill>
              </a:defRPr>
            </a:lvl8pPr>
            <a:lvl9pPr>
              <a:defRPr sz="187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67D2"/>
                </a:solidFill>
              </a:defRPr>
            </a:pPr>
            <a:r>
              <a:rPr sz="1875" b="1">
                <a:solidFill>
                  <a:srgbClr val="1967D2"/>
                </a:solidFill>
              </a:rPr>
              <a:t>Gemini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F6FC573-E004-4D6A-A93D-CC239A3E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02124"/>
                </a:solidFill>
              </a:defRPr>
            </a:defPPr>
            <a:lvl1pPr>
              <a:defRPr sz="1725" b="0">
                <a:solidFill>
                  <a:srgbClr val="202124"/>
                </a:solidFill>
              </a:defRPr>
            </a:lvl1pPr>
            <a:lvl2pPr>
              <a:defRPr sz="1725" b="0">
                <a:solidFill>
                  <a:srgbClr val="202124"/>
                </a:solidFill>
              </a:defRPr>
            </a:lvl2pPr>
            <a:lvl3pPr>
              <a:defRPr sz="1725" b="0">
                <a:solidFill>
                  <a:srgbClr val="202124"/>
                </a:solidFill>
              </a:defRPr>
            </a:lvl3pPr>
            <a:lvl4pPr>
              <a:defRPr sz="1725" b="0">
                <a:solidFill>
                  <a:srgbClr val="202124"/>
                </a:solidFill>
              </a:defRPr>
            </a:lvl4pPr>
            <a:lvl5pPr>
              <a:defRPr sz="1725" b="0">
                <a:solidFill>
                  <a:srgbClr val="202124"/>
                </a:solidFill>
              </a:defRPr>
            </a:lvl5pPr>
            <a:lvl6pPr>
              <a:defRPr sz="1725" b="0">
                <a:solidFill>
                  <a:srgbClr val="202124"/>
                </a:solidFill>
              </a:defRPr>
            </a:lvl6pPr>
            <a:lvl7pPr>
              <a:defRPr sz="1725" b="0">
                <a:solidFill>
                  <a:srgbClr val="202124"/>
                </a:solidFill>
              </a:defRPr>
            </a:lvl7pPr>
            <a:lvl8pPr>
              <a:defRPr sz="1725" b="0">
                <a:solidFill>
                  <a:srgbClr val="202124"/>
                </a:solidFill>
              </a:defRPr>
            </a:lvl8pPr>
            <a:lvl9pPr>
              <a:defRPr sz="1725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Interprets natural-language requests and preferences.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01C7B47-B51B-41FB-801F-17F9B17B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862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967D2"/>
                </a:solidFill>
              </a:defRPr>
            </a:defPPr>
            <a:lvl1pPr>
              <a:defRPr sz="1875" b="1">
                <a:solidFill>
                  <a:srgbClr val="1967D2"/>
                </a:solidFill>
              </a:defRPr>
            </a:lvl1pPr>
            <a:lvl2pPr>
              <a:defRPr sz="1875" b="1">
                <a:solidFill>
                  <a:srgbClr val="1967D2"/>
                </a:solidFill>
              </a:defRPr>
            </a:lvl2pPr>
            <a:lvl3pPr>
              <a:defRPr sz="1875" b="1">
                <a:solidFill>
                  <a:srgbClr val="1967D2"/>
                </a:solidFill>
              </a:defRPr>
            </a:lvl3pPr>
            <a:lvl4pPr>
              <a:defRPr sz="1875" b="1">
                <a:solidFill>
                  <a:srgbClr val="1967D2"/>
                </a:solidFill>
              </a:defRPr>
            </a:lvl4pPr>
            <a:lvl5pPr>
              <a:defRPr sz="1875" b="1">
                <a:solidFill>
                  <a:srgbClr val="1967D2"/>
                </a:solidFill>
              </a:defRPr>
            </a:lvl5pPr>
            <a:lvl6pPr>
              <a:defRPr sz="1875" b="1">
                <a:solidFill>
                  <a:srgbClr val="1967D2"/>
                </a:solidFill>
              </a:defRPr>
            </a:lvl6pPr>
            <a:lvl7pPr>
              <a:defRPr sz="1875" b="1">
                <a:solidFill>
                  <a:srgbClr val="1967D2"/>
                </a:solidFill>
              </a:defRPr>
            </a:lvl7pPr>
            <a:lvl8pPr>
              <a:defRPr sz="1875" b="1">
                <a:solidFill>
                  <a:srgbClr val="1967D2"/>
                </a:solidFill>
              </a:defRPr>
            </a:lvl8pPr>
            <a:lvl9pPr>
              <a:defRPr sz="187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67D2"/>
                </a:solidFill>
              </a:defRPr>
            </a:pPr>
            <a:r>
              <a:rPr sz="1875" b="1">
                <a:solidFill>
                  <a:srgbClr val="1967D2"/>
                </a:solidFill>
              </a:rPr>
              <a:t>React + TypeScript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25B6D82-355B-4C1C-BF24-444415DE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86225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02124"/>
                </a:solidFill>
              </a:defRPr>
            </a:defPPr>
            <a:lvl1pPr>
              <a:defRPr sz="1725" b="0">
                <a:solidFill>
                  <a:srgbClr val="202124"/>
                </a:solidFill>
              </a:defRPr>
            </a:lvl1pPr>
            <a:lvl2pPr>
              <a:defRPr sz="1725" b="0">
                <a:solidFill>
                  <a:srgbClr val="202124"/>
                </a:solidFill>
              </a:defRPr>
            </a:lvl2pPr>
            <a:lvl3pPr>
              <a:defRPr sz="1725" b="0">
                <a:solidFill>
                  <a:srgbClr val="202124"/>
                </a:solidFill>
              </a:defRPr>
            </a:lvl3pPr>
            <a:lvl4pPr>
              <a:defRPr sz="1725" b="0">
                <a:solidFill>
                  <a:srgbClr val="202124"/>
                </a:solidFill>
              </a:defRPr>
            </a:lvl4pPr>
            <a:lvl5pPr>
              <a:defRPr sz="1725" b="0">
                <a:solidFill>
                  <a:srgbClr val="202124"/>
                </a:solidFill>
              </a:defRPr>
            </a:lvl5pPr>
            <a:lvl6pPr>
              <a:defRPr sz="1725" b="0">
                <a:solidFill>
                  <a:srgbClr val="202124"/>
                </a:solidFill>
              </a:defRPr>
            </a:lvl6pPr>
            <a:lvl7pPr>
              <a:defRPr sz="1725" b="0">
                <a:solidFill>
                  <a:srgbClr val="202124"/>
                </a:solidFill>
              </a:defRPr>
            </a:lvl7pPr>
            <a:lvl8pPr>
              <a:defRPr sz="1725" b="0">
                <a:solidFill>
                  <a:srgbClr val="202124"/>
                </a:solidFill>
              </a:defRPr>
            </a:lvl8pPr>
            <a:lvl9pPr>
              <a:defRPr sz="1725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02124"/>
                </a:solidFill>
              </a:defRPr>
            </a:pPr>
            <a:r>
              <a:rPr sz="1725" b="0">
                <a:solidFill>
                  <a:srgbClr val="202124"/>
                </a:solidFill>
              </a:rPr>
              <a:t>Provides the responsive, accessible app interface.</a:t>
            </a:r>
          </a:p>
        </p:txBody>
      </p:sp>
    </p:spTree>
    <p:extLst>
      <p:ext uri="{BB962C8B-B14F-4D97-AF65-F5344CB8AC3E}">
        <p14:creationId xmlns:p14="http://schemas.microsoft.com/office/powerpoint/2010/main" val="16028012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18E1CBF4-1B79-426B-875F-6FBA356D71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7b0d25e79f443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5EF64A54-D1F0-4EB1-AB13-4C936B9B5A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149bcbf6e435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D37C7C75-8011-4A92-A07E-74BEA017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39EFF7D5-D403-42AA-979D-FD86119F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39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2124"/>
                </a:solidFill>
              </a:defRPr>
            </a:defPPr>
            <a:lvl1pPr>
              <a:defRPr sz="2100" b="1">
                <a:solidFill>
                  <a:srgbClr val="202124"/>
                </a:solidFill>
              </a:defRPr>
            </a:lvl1pPr>
            <a:lvl2pPr>
              <a:defRPr sz="2100" b="1">
                <a:solidFill>
                  <a:srgbClr val="202124"/>
                </a:solidFill>
              </a:defRPr>
            </a:lvl2pPr>
            <a:lvl3pPr>
              <a:defRPr sz="2100" b="1">
                <a:solidFill>
                  <a:srgbClr val="202124"/>
                </a:solidFill>
              </a:defRPr>
            </a:lvl3pPr>
            <a:lvl4pPr>
              <a:defRPr sz="2100" b="1">
                <a:solidFill>
                  <a:srgbClr val="202124"/>
                </a:solidFill>
              </a:defRPr>
            </a:lvl4pPr>
            <a:lvl5pPr>
              <a:defRPr sz="2100" b="1">
                <a:solidFill>
                  <a:srgbClr val="202124"/>
                </a:solidFill>
              </a:defRPr>
            </a:lvl5pPr>
            <a:lvl6pPr>
              <a:defRPr sz="2100" b="1">
                <a:solidFill>
                  <a:srgbClr val="202124"/>
                </a:solidFill>
              </a:defRPr>
            </a:lvl6pPr>
            <a:lvl7pPr>
              <a:defRPr sz="2100" b="1">
                <a:solidFill>
                  <a:srgbClr val="202124"/>
                </a:solidFill>
              </a:defRPr>
            </a:lvl7pPr>
            <a:lvl8pPr>
              <a:defRPr sz="2100" b="1">
                <a:solidFill>
                  <a:srgbClr val="202124"/>
                </a:solidFill>
              </a:defRPr>
            </a:lvl8pPr>
            <a:lvl9pPr>
              <a:defRPr sz="2100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02124"/>
                </a:solidFill>
              </a:defRPr>
            </a:pPr>
            <a:r>
              <a:rPr sz="2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BC5BF68-78C3-4BF5-8529-5E05FFD582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c33209fad4b54"/>
          <a:stretch xmlns:a="http://schemas.openxmlformats.org/drawingml/2006/main"/>
        </p:blipFill>
        <p:spPr>
          <a:xfrm xmlns:a="http://schemas.openxmlformats.org/drawingml/2006/main">
            <a:off x="564772" y="1457325"/>
            <a:ext cx="2080381" cy="3276600"/>
          </a:xfrm>
          <a:prstGeom xmlns:a="http://schemas.openxmlformats.org/drawingml/2006/main" prst="rect">
            <a:avLst/>
          </a:prstGeom>
        </p:spPr>
      </p:pic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4ABEDB4-0AAD-4C44-A979-A17CD80114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7be8c3ce14932"/>
          <a:stretch xmlns:a="http://schemas.openxmlformats.org/drawingml/2006/main"/>
        </p:blipFill>
        <p:spPr>
          <a:xfrm xmlns:a="http://schemas.openxmlformats.org/drawingml/2006/main">
            <a:off x="3536572" y="1457325"/>
            <a:ext cx="2080381" cy="3276600"/>
          </a:xfrm>
          <a:prstGeom xmlns:a="http://schemas.openxmlformats.org/drawingml/2006/main" prst="rect">
            <a:avLst/>
          </a:prstGeom>
        </p:spPr>
      </p:pic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EC59D2C-D1D9-4BE2-986B-F6C2B35556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8eed200774ca8"/>
          <a:stretch xmlns:a="http://schemas.openxmlformats.org/drawingml/2006/main"/>
        </p:blipFill>
        <p:spPr>
          <a:xfrm xmlns:a="http://schemas.openxmlformats.org/drawingml/2006/main">
            <a:off x="6508372" y="1457325"/>
            <a:ext cx="2080381" cy="3276600"/>
          </a:xfrm>
          <a:prstGeom xmlns:a="http://schemas.openxmlformats.org/drawingml/2006/main" prst="rect">
            <a:avLst/>
          </a:prstGeom>
        </p:spPr>
      </p:pic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15973BB-905A-46C4-8EB4-8CAED148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2447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967D2"/>
                </a:solidFill>
              </a:defRPr>
            </a:defPPr>
            <a:lvl1pPr>
              <a:defRPr sz="1500" b="1">
                <a:solidFill>
                  <a:srgbClr val="1967D2"/>
                </a:solidFill>
              </a:defRPr>
            </a:lvl1pPr>
            <a:lvl2pPr>
              <a:defRPr sz="1500" b="1">
                <a:solidFill>
                  <a:srgbClr val="1967D2"/>
                </a:solidFill>
              </a:defRPr>
            </a:lvl2pPr>
            <a:lvl3pPr>
              <a:defRPr sz="1500" b="1">
                <a:solidFill>
                  <a:srgbClr val="1967D2"/>
                </a:solidFill>
              </a:defRPr>
            </a:lvl3pPr>
            <a:lvl4pPr>
              <a:defRPr sz="1500" b="1">
                <a:solidFill>
                  <a:srgbClr val="1967D2"/>
                </a:solidFill>
              </a:defRPr>
            </a:lvl4pPr>
            <a:lvl5pPr>
              <a:defRPr sz="1500" b="1">
                <a:solidFill>
                  <a:srgbClr val="1967D2"/>
                </a:solidFill>
              </a:defRPr>
            </a:lvl5pPr>
            <a:lvl6pPr>
              <a:defRPr sz="1500" b="1">
                <a:solidFill>
                  <a:srgbClr val="1967D2"/>
                </a:solidFill>
              </a:defRPr>
            </a:lvl6pPr>
            <a:lvl7pPr>
              <a:defRPr sz="1500" b="1">
                <a:solidFill>
                  <a:srgbClr val="1967D2"/>
                </a:solidFill>
              </a:defRPr>
            </a:lvl7pPr>
            <a:lvl8pPr>
              <a:defRPr sz="1500" b="1">
                <a:solidFill>
                  <a:srgbClr val="1967D2"/>
                </a:solidFill>
              </a:defRPr>
            </a:lvl8pPr>
            <a:lvl9pPr>
              <a:defRPr sz="1500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967D2"/>
                </a:solidFill>
              </a:defRPr>
            </a:pPr>
            <a:r>
              <a:rPr sz="1500" b="1">
                <a:solidFill>
                  <a:srgbClr val="1967D2"/>
                </a:solidFill>
              </a:rPr>
              <a:t>Everyday requests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56CE226-DF96-4ACE-8BFC-92520FB1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152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967D2"/>
                </a:solidFill>
              </a:defRPr>
            </a:defPPr>
            <a:lvl1pPr>
              <a:defRPr sz="1500" b="1">
                <a:solidFill>
                  <a:srgbClr val="1967D2"/>
                </a:solidFill>
              </a:defRPr>
            </a:lvl1pPr>
            <a:lvl2pPr>
              <a:defRPr sz="1500" b="1">
                <a:solidFill>
                  <a:srgbClr val="1967D2"/>
                </a:solidFill>
              </a:defRPr>
            </a:lvl2pPr>
            <a:lvl3pPr>
              <a:defRPr sz="1500" b="1">
                <a:solidFill>
                  <a:srgbClr val="1967D2"/>
                </a:solidFill>
              </a:defRPr>
            </a:lvl3pPr>
            <a:lvl4pPr>
              <a:defRPr sz="1500" b="1">
                <a:solidFill>
                  <a:srgbClr val="1967D2"/>
                </a:solidFill>
              </a:defRPr>
            </a:lvl4pPr>
            <a:lvl5pPr>
              <a:defRPr sz="1500" b="1">
                <a:solidFill>
                  <a:srgbClr val="1967D2"/>
                </a:solidFill>
              </a:defRPr>
            </a:lvl5pPr>
            <a:lvl6pPr>
              <a:defRPr sz="1500" b="1">
                <a:solidFill>
                  <a:srgbClr val="1967D2"/>
                </a:solidFill>
              </a:defRPr>
            </a:lvl6pPr>
            <a:lvl7pPr>
              <a:defRPr sz="1500" b="1">
                <a:solidFill>
                  <a:srgbClr val="1967D2"/>
                </a:solidFill>
              </a:defRPr>
            </a:lvl7pPr>
            <a:lvl8pPr>
              <a:defRPr sz="1500" b="1">
                <a:solidFill>
                  <a:srgbClr val="1967D2"/>
                </a:solidFill>
              </a:defRPr>
            </a:lvl8pPr>
            <a:lvl9pPr>
              <a:defRPr sz="1500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967D2"/>
                </a:solidFill>
              </a:defRPr>
            </a:pPr>
            <a:r>
              <a:rPr sz="1500" b="1">
                <a:solidFill>
                  <a:srgbClr val="1967D2"/>
                </a:solidFill>
              </a:rPr>
              <a:t>Expandable preferences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DC81DE2-E64B-4244-97FA-7388B104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52525"/>
            <a:ext cx="2447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967D2"/>
                </a:solidFill>
              </a:defRPr>
            </a:defPPr>
            <a:lvl1pPr>
              <a:defRPr sz="1500" b="1">
                <a:solidFill>
                  <a:srgbClr val="1967D2"/>
                </a:solidFill>
              </a:defRPr>
            </a:lvl1pPr>
            <a:lvl2pPr>
              <a:defRPr sz="1500" b="1">
                <a:solidFill>
                  <a:srgbClr val="1967D2"/>
                </a:solidFill>
              </a:defRPr>
            </a:lvl2pPr>
            <a:lvl3pPr>
              <a:defRPr sz="1500" b="1">
                <a:solidFill>
                  <a:srgbClr val="1967D2"/>
                </a:solidFill>
              </a:defRPr>
            </a:lvl3pPr>
            <a:lvl4pPr>
              <a:defRPr sz="1500" b="1">
                <a:solidFill>
                  <a:srgbClr val="1967D2"/>
                </a:solidFill>
              </a:defRPr>
            </a:lvl4pPr>
            <a:lvl5pPr>
              <a:defRPr sz="1500" b="1">
                <a:solidFill>
                  <a:srgbClr val="1967D2"/>
                </a:solidFill>
              </a:defRPr>
            </a:lvl5pPr>
            <a:lvl6pPr>
              <a:defRPr sz="1500" b="1">
                <a:solidFill>
                  <a:srgbClr val="1967D2"/>
                </a:solidFill>
              </a:defRPr>
            </a:lvl6pPr>
            <a:lvl7pPr>
              <a:defRPr sz="1500" b="1">
                <a:solidFill>
                  <a:srgbClr val="1967D2"/>
                </a:solidFill>
              </a:defRPr>
            </a:lvl7pPr>
            <a:lvl8pPr>
              <a:defRPr sz="1500" b="1">
                <a:solidFill>
                  <a:srgbClr val="1967D2"/>
                </a:solidFill>
              </a:defRPr>
            </a:lvl8pPr>
            <a:lvl9pPr>
              <a:defRPr sz="1500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967D2"/>
                </a:solidFill>
              </a:defRPr>
            </a:pPr>
            <a:r>
              <a:rPr sz="1500" b="1">
                <a:solidFill>
                  <a:srgbClr val="1967D2"/>
                </a:solidFill>
              </a:rPr>
              <a:t>Care Circle</a:t>
            </a:r>
          </a:p>
        </p:txBody>
      </p:sp>
    </p:spTree>
    <p:extLst>
      <p:ext uri="{BB962C8B-B14F-4D97-AF65-F5344CB8AC3E}">
        <p14:creationId xmlns:p14="http://schemas.microsoft.com/office/powerpoint/2010/main" val="19157922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1B9653F1-E54D-4F2D-B872-C054751089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147501084d470c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585F988C-3CA7-42EF-A9EF-0A71B8A4C0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af8a6a6ed488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7F2F9E0B-6D23-45C2-89BB-BC0B6A57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E7ECA13A-4EE7-4D47-8EE2-7EE3C4DE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39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2124"/>
                </a:solidFill>
              </a:defRPr>
            </a:defPPr>
            <a:lvl1pPr>
              <a:defRPr sz="2100" b="1">
                <a:solidFill>
                  <a:srgbClr val="202124"/>
                </a:solidFill>
              </a:defRPr>
            </a:lvl1pPr>
            <a:lvl2pPr>
              <a:defRPr sz="2100" b="1">
                <a:solidFill>
                  <a:srgbClr val="202124"/>
                </a:solidFill>
              </a:defRPr>
            </a:lvl2pPr>
            <a:lvl3pPr>
              <a:defRPr sz="2100" b="1">
                <a:solidFill>
                  <a:srgbClr val="202124"/>
                </a:solidFill>
              </a:defRPr>
            </a:lvl3pPr>
            <a:lvl4pPr>
              <a:defRPr sz="2100" b="1">
                <a:solidFill>
                  <a:srgbClr val="202124"/>
                </a:solidFill>
              </a:defRPr>
            </a:lvl4pPr>
            <a:lvl5pPr>
              <a:defRPr sz="2100" b="1">
                <a:solidFill>
                  <a:srgbClr val="202124"/>
                </a:solidFill>
              </a:defRPr>
            </a:lvl5pPr>
            <a:lvl6pPr>
              <a:defRPr sz="2100" b="1">
                <a:solidFill>
                  <a:srgbClr val="202124"/>
                </a:solidFill>
              </a:defRPr>
            </a:lvl6pPr>
            <a:lvl7pPr>
              <a:defRPr sz="2100" b="1">
                <a:solidFill>
                  <a:srgbClr val="202124"/>
                </a:solidFill>
              </a:defRPr>
            </a:lvl7pPr>
            <a:lvl8pPr>
              <a:defRPr sz="2100" b="1">
                <a:solidFill>
                  <a:srgbClr val="202124"/>
                </a:solidFill>
              </a:defRPr>
            </a:lvl8pPr>
            <a:lvl9pPr>
              <a:defRPr sz="2100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02124"/>
                </a:solidFill>
              </a:defRPr>
            </a:pPr>
            <a:r>
              <a:rPr sz="2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Prototype performance and verification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9A5CE5F-C11E-449C-B9BE-198DB7F2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76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250" b="1">
                <a:solidFill>
                  <a:srgbClr val="1967D2"/>
                </a:solidFill>
              </a:defRPr>
            </a:defPPr>
            <a:lvl1pPr>
              <a:defRPr sz="5250" b="1">
                <a:solidFill>
                  <a:srgbClr val="1967D2"/>
                </a:solidFill>
              </a:defRPr>
            </a:lvl1pPr>
            <a:lvl2pPr>
              <a:defRPr sz="5250" b="1">
                <a:solidFill>
                  <a:srgbClr val="1967D2"/>
                </a:solidFill>
              </a:defRPr>
            </a:lvl2pPr>
            <a:lvl3pPr>
              <a:defRPr sz="5250" b="1">
                <a:solidFill>
                  <a:srgbClr val="1967D2"/>
                </a:solidFill>
              </a:defRPr>
            </a:lvl3pPr>
            <a:lvl4pPr>
              <a:defRPr sz="5250" b="1">
                <a:solidFill>
                  <a:srgbClr val="1967D2"/>
                </a:solidFill>
              </a:defRPr>
            </a:lvl4pPr>
            <a:lvl5pPr>
              <a:defRPr sz="5250" b="1">
                <a:solidFill>
                  <a:srgbClr val="1967D2"/>
                </a:solidFill>
              </a:defRPr>
            </a:lvl5pPr>
            <a:lvl6pPr>
              <a:defRPr sz="5250" b="1">
                <a:solidFill>
                  <a:srgbClr val="1967D2"/>
                </a:solidFill>
              </a:defRPr>
            </a:lvl6pPr>
            <a:lvl7pPr>
              <a:defRPr sz="5250" b="1">
                <a:solidFill>
                  <a:srgbClr val="1967D2"/>
                </a:solidFill>
              </a:defRPr>
            </a:lvl7pPr>
            <a:lvl8pPr>
              <a:defRPr sz="5250" b="1">
                <a:solidFill>
                  <a:srgbClr val="1967D2"/>
                </a:solidFill>
              </a:defRPr>
            </a:lvl8pPr>
            <a:lvl9pPr>
              <a:defRPr sz="5250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967D2"/>
                </a:solidFill>
              </a:defRPr>
            </a:pPr>
            <a:r>
              <a:rPr sz="5250" b="1">
                <a:solidFill>
                  <a:srgbClr val="1967D2"/>
                </a:solidFill>
              </a:rPr>
              <a:t>246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3695114-25FB-4384-BD6D-CDA078D9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955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02124"/>
                </a:solidFill>
              </a:defRPr>
            </a:defPPr>
            <a:lvl1pPr>
              <a:defRPr sz="1950" b="0">
                <a:solidFill>
                  <a:srgbClr val="202124"/>
                </a:solidFill>
              </a:defRPr>
            </a:lvl1pPr>
            <a:lvl2pPr>
              <a:defRPr sz="1950" b="0">
                <a:solidFill>
                  <a:srgbClr val="202124"/>
                </a:solidFill>
              </a:defRPr>
            </a:lvl2pPr>
            <a:lvl3pPr>
              <a:defRPr sz="1950" b="0">
                <a:solidFill>
                  <a:srgbClr val="202124"/>
                </a:solidFill>
              </a:defRPr>
            </a:lvl3pPr>
            <a:lvl4pPr>
              <a:defRPr sz="1950" b="0">
                <a:solidFill>
                  <a:srgbClr val="202124"/>
                </a:solidFill>
              </a:defRPr>
            </a:lvl4pPr>
            <a:lvl5pPr>
              <a:defRPr sz="1950" b="0">
                <a:solidFill>
                  <a:srgbClr val="202124"/>
                </a:solidFill>
              </a:defRPr>
            </a:lvl5pPr>
            <a:lvl6pPr>
              <a:defRPr sz="1950" b="0">
                <a:solidFill>
                  <a:srgbClr val="202124"/>
                </a:solidFill>
              </a:defRPr>
            </a:lvl6pPr>
            <a:lvl7pPr>
              <a:defRPr sz="1950" b="0">
                <a:solidFill>
                  <a:srgbClr val="202124"/>
                </a:solidFill>
              </a:defRPr>
            </a:lvl7pPr>
            <a:lvl8pPr>
              <a:defRPr sz="1950" b="0">
                <a:solidFill>
                  <a:srgbClr val="202124"/>
                </a:solidFill>
              </a:defRPr>
            </a:lvl8pPr>
            <a:lvl9pPr>
              <a:defRPr sz="19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124"/>
                </a:solidFill>
              </a:defRPr>
            </a:pPr>
            <a:r>
              <a:rPr sz="1950" b="0">
                <a:solidFill>
                  <a:srgbClr val="202124"/>
                </a:solidFill>
              </a:rPr>
              <a:t>frontend tests passed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972AE67-C768-4732-B0E3-0397B206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76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250" b="1">
                <a:solidFill>
                  <a:srgbClr val="188038"/>
                </a:solidFill>
              </a:defRPr>
            </a:defPPr>
            <a:lvl1pPr>
              <a:defRPr sz="5250" b="1">
                <a:solidFill>
                  <a:srgbClr val="188038"/>
                </a:solidFill>
              </a:defRPr>
            </a:lvl1pPr>
            <a:lvl2pPr>
              <a:defRPr sz="5250" b="1">
                <a:solidFill>
                  <a:srgbClr val="188038"/>
                </a:solidFill>
              </a:defRPr>
            </a:lvl2pPr>
            <a:lvl3pPr>
              <a:defRPr sz="5250" b="1">
                <a:solidFill>
                  <a:srgbClr val="188038"/>
                </a:solidFill>
              </a:defRPr>
            </a:lvl3pPr>
            <a:lvl4pPr>
              <a:defRPr sz="5250" b="1">
                <a:solidFill>
                  <a:srgbClr val="188038"/>
                </a:solidFill>
              </a:defRPr>
            </a:lvl4pPr>
            <a:lvl5pPr>
              <a:defRPr sz="5250" b="1">
                <a:solidFill>
                  <a:srgbClr val="188038"/>
                </a:solidFill>
              </a:defRPr>
            </a:lvl5pPr>
            <a:lvl6pPr>
              <a:defRPr sz="5250" b="1">
                <a:solidFill>
                  <a:srgbClr val="188038"/>
                </a:solidFill>
              </a:defRPr>
            </a:lvl6pPr>
            <a:lvl7pPr>
              <a:defRPr sz="5250" b="1">
                <a:solidFill>
                  <a:srgbClr val="188038"/>
                </a:solidFill>
              </a:defRPr>
            </a:lvl7pPr>
            <a:lvl8pPr>
              <a:defRPr sz="5250" b="1">
                <a:solidFill>
                  <a:srgbClr val="188038"/>
                </a:solidFill>
              </a:defRPr>
            </a:lvl8pPr>
            <a:lvl9pPr>
              <a:defRPr sz="5250" b="1">
                <a:solidFill>
                  <a:srgbClr val="188038"/>
                </a:solidFill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88038"/>
                </a:solidFill>
              </a:defRPr>
            </a:pPr>
            <a:r>
              <a:rPr sz="5250" b="1">
                <a:solidFill>
                  <a:srgbClr val="188038"/>
                </a:solidFill>
              </a:rPr>
              <a:t>442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BFE7C17-F16B-4421-8750-875EF20B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955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02124"/>
                </a:solidFill>
              </a:defRPr>
            </a:defPPr>
            <a:lvl1pPr>
              <a:defRPr sz="1950" b="0">
                <a:solidFill>
                  <a:srgbClr val="202124"/>
                </a:solidFill>
              </a:defRPr>
            </a:lvl1pPr>
            <a:lvl2pPr>
              <a:defRPr sz="1950" b="0">
                <a:solidFill>
                  <a:srgbClr val="202124"/>
                </a:solidFill>
              </a:defRPr>
            </a:lvl2pPr>
            <a:lvl3pPr>
              <a:defRPr sz="1950" b="0">
                <a:solidFill>
                  <a:srgbClr val="202124"/>
                </a:solidFill>
              </a:defRPr>
            </a:lvl3pPr>
            <a:lvl4pPr>
              <a:defRPr sz="1950" b="0">
                <a:solidFill>
                  <a:srgbClr val="202124"/>
                </a:solidFill>
              </a:defRPr>
            </a:lvl4pPr>
            <a:lvl5pPr>
              <a:defRPr sz="1950" b="0">
                <a:solidFill>
                  <a:srgbClr val="202124"/>
                </a:solidFill>
              </a:defRPr>
            </a:lvl5pPr>
            <a:lvl6pPr>
              <a:defRPr sz="1950" b="0">
                <a:solidFill>
                  <a:srgbClr val="202124"/>
                </a:solidFill>
              </a:defRPr>
            </a:lvl6pPr>
            <a:lvl7pPr>
              <a:defRPr sz="1950" b="0">
                <a:solidFill>
                  <a:srgbClr val="202124"/>
                </a:solidFill>
              </a:defRPr>
            </a:lvl7pPr>
            <a:lvl8pPr>
              <a:defRPr sz="1950" b="0">
                <a:solidFill>
                  <a:srgbClr val="202124"/>
                </a:solidFill>
              </a:defRPr>
            </a:lvl8pPr>
            <a:lvl9pPr>
              <a:defRPr sz="19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2124"/>
                </a:solidFill>
              </a:defRPr>
            </a:pPr>
            <a:r>
              <a:rPr sz="1950" b="0">
                <a:solidFill>
                  <a:srgbClr val="202124"/>
                </a:solidFill>
              </a:rPr>
              <a:t>backend tests passed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96C1D8D-3046-4FD8-B26D-03F9F6C2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02124"/>
                </a:solidFill>
              </a:defRPr>
            </a:defPPr>
            <a:lvl1pPr>
              <a:defRPr sz="1950" b="1">
                <a:solidFill>
                  <a:srgbClr val="202124"/>
                </a:solidFill>
              </a:defRPr>
            </a:lvl1pPr>
            <a:lvl2pPr>
              <a:defRPr sz="1950" b="1">
                <a:solidFill>
                  <a:srgbClr val="202124"/>
                </a:solidFill>
              </a:defRPr>
            </a:lvl2pPr>
            <a:lvl3pPr>
              <a:defRPr sz="1950" b="1">
                <a:solidFill>
                  <a:srgbClr val="202124"/>
                </a:solidFill>
              </a:defRPr>
            </a:lvl3pPr>
            <a:lvl4pPr>
              <a:defRPr sz="1950" b="1">
                <a:solidFill>
                  <a:srgbClr val="202124"/>
                </a:solidFill>
              </a:defRPr>
            </a:lvl4pPr>
            <a:lvl5pPr>
              <a:defRPr sz="1950" b="1">
                <a:solidFill>
                  <a:srgbClr val="202124"/>
                </a:solidFill>
              </a:defRPr>
            </a:lvl5pPr>
            <a:lvl6pPr>
              <a:defRPr sz="1950" b="1">
                <a:solidFill>
                  <a:srgbClr val="202124"/>
                </a:solidFill>
              </a:defRPr>
            </a:lvl6pPr>
            <a:lvl7pPr>
              <a:defRPr sz="1950" b="1">
                <a:solidFill>
                  <a:srgbClr val="202124"/>
                </a:solidFill>
              </a:defRPr>
            </a:lvl7pPr>
            <a:lvl8pPr>
              <a:defRPr sz="1950" b="1">
                <a:solidFill>
                  <a:srgbClr val="202124"/>
                </a:solidFill>
              </a:defRPr>
            </a:lvl8pPr>
            <a:lvl9pPr>
              <a:defRPr sz="1950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02124"/>
                </a:solidFill>
              </a:defRPr>
            </a:pPr>
            <a:r>
              <a:rPr sz="1950" b="1">
                <a:solidFill>
                  <a:srgbClr val="202124"/>
                </a:solidFill>
              </a:rPr>
              <a:t>Verified workflows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8DCA471-365D-4AD6-A7AB-59B6B666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24275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02124"/>
                </a:solidFill>
              </a:defRPr>
            </a:defPPr>
            <a:lvl1pPr>
              <a:defRPr sz="1875" b="0">
                <a:solidFill>
                  <a:srgbClr val="202124"/>
                </a:solidFill>
              </a:defRPr>
            </a:lvl1pPr>
            <a:lvl2pPr>
              <a:defRPr sz="1875" b="0">
                <a:solidFill>
                  <a:srgbClr val="202124"/>
                </a:solidFill>
              </a:defRPr>
            </a:lvl2pPr>
            <a:lvl3pPr>
              <a:defRPr sz="1875" b="0">
                <a:solidFill>
                  <a:srgbClr val="202124"/>
                </a:solidFill>
              </a:defRPr>
            </a:lvl3pPr>
            <a:lvl4pPr>
              <a:defRPr sz="1875" b="0">
                <a:solidFill>
                  <a:srgbClr val="202124"/>
                </a:solidFill>
              </a:defRPr>
            </a:lvl4pPr>
            <a:lvl5pPr>
              <a:defRPr sz="1875" b="0">
                <a:solidFill>
                  <a:srgbClr val="202124"/>
                </a:solidFill>
              </a:defRPr>
            </a:lvl5pPr>
            <a:lvl6pPr>
              <a:defRPr sz="1875" b="0">
                <a:solidFill>
                  <a:srgbClr val="202124"/>
                </a:solidFill>
              </a:defRPr>
            </a:lvl6pPr>
            <a:lvl7pPr>
              <a:defRPr sz="1875" b="0">
                <a:solidFill>
                  <a:srgbClr val="202124"/>
                </a:solidFill>
              </a:defRPr>
            </a:lvl7pPr>
            <a:lvl8pPr>
              <a:defRPr sz="1875" b="0">
                <a:solidFill>
                  <a:srgbClr val="202124"/>
                </a:solidFill>
              </a:defRPr>
            </a:lvl8pPr>
            <a:lvl9pPr>
              <a:defRPr sz="1875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Request clarification, booking confirmation, cancellation,</a:t>
            </a:r>
          </a:p>
          <a:p xmlns:a="http://schemas.openxmlformats.org/drawingml/2006/main">
            <a:pPr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Care Circle permissions and preference persistence.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F431C1E-DE62-4D99-B38D-CA2CF2A3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38675"/>
            <a:ext cx="838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F6368"/>
                </a:solidFill>
              </a:defRPr>
            </a:defPPr>
            <a:lvl1pPr>
              <a:defRPr sz="1200" b="0">
                <a:solidFill>
                  <a:srgbClr val="5F6368"/>
                </a:solidFill>
              </a:defRPr>
            </a:lvl1pPr>
            <a:lvl2pPr>
              <a:defRPr sz="1200" b="0">
                <a:solidFill>
                  <a:srgbClr val="5F6368"/>
                </a:solidFill>
              </a:defRPr>
            </a:lvl2pPr>
            <a:lvl3pPr>
              <a:defRPr sz="1200" b="0">
                <a:solidFill>
                  <a:srgbClr val="5F6368"/>
                </a:solidFill>
              </a:defRPr>
            </a:lvl3pPr>
            <a:lvl4pPr>
              <a:defRPr sz="1200" b="0">
                <a:solidFill>
                  <a:srgbClr val="5F6368"/>
                </a:solidFill>
              </a:defRPr>
            </a:lvl4pPr>
            <a:lvl5pPr>
              <a:defRPr sz="1200" b="0">
                <a:solidFill>
                  <a:srgbClr val="5F6368"/>
                </a:solidFill>
              </a:defRPr>
            </a:lvl5pPr>
            <a:lvl6pPr>
              <a:defRPr sz="1200" b="0">
                <a:solidFill>
                  <a:srgbClr val="5F6368"/>
                </a:solidFill>
              </a:defRPr>
            </a:lvl6pPr>
            <a:lvl7pPr>
              <a:defRPr sz="1200" b="0">
                <a:solidFill>
                  <a:srgbClr val="5F6368"/>
                </a:solidFill>
              </a:defRPr>
            </a:lvl7pPr>
            <a:lvl8pPr>
              <a:defRPr sz="1200" b="0">
                <a:solidFill>
                  <a:srgbClr val="5F6368"/>
                </a:solidFill>
              </a:defRPr>
            </a:lvl8pPr>
            <a:lvl9pPr>
              <a:defRPr sz="1200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Recorded local test runs, 17–18 October 2026. Automated coverage uses mocked external services.</a:t>
            </a:r>
          </a:p>
        </p:txBody>
      </p:sp>
    </p:spTree>
    <p:extLst>
      <p:ext uri="{BB962C8B-B14F-4D97-AF65-F5344CB8AC3E}">
        <p14:creationId xmlns:p14="http://schemas.microsoft.com/office/powerpoint/2010/main" val="5591988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A8E81BC4-8AF1-489C-A068-F24934E679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91e5c2e0bd495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485FCC6F-D4FF-4E79-A912-6A30832BE4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b5000b1be4d5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98082AA8-F0E0-40DA-BA71-56BA95C6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207139DD-CDC1-4E31-A404-DD4EA8C2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39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2124"/>
                </a:solidFill>
              </a:defRPr>
            </a:defPPr>
            <a:lvl1pPr>
              <a:defRPr sz="2100" b="1">
                <a:solidFill>
                  <a:srgbClr val="202124"/>
                </a:solidFill>
              </a:defRPr>
            </a:lvl1pPr>
            <a:lvl2pPr>
              <a:defRPr sz="2100" b="1">
                <a:solidFill>
                  <a:srgbClr val="202124"/>
                </a:solidFill>
              </a:defRPr>
            </a:lvl2pPr>
            <a:lvl3pPr>
              <a:defRPr sz="2100" b="1">
                <a:solidFill>
                  <a:srgbClr val="202124"/>
                </a:solidFill>
              </a:defRPr>
            </a:lvl3pPr>
            <a:lvl4pPr>
              <a:defRPr sz="2100" b="1">
                <a:solidFill>
                  <a:srgbClr val="202124"/>
                </a:solidFill>
              </a:defRPr>
            </a:lvl4pPr>
            <a:lvl5pPr>
              <a:defRPr sz="2100" b="1">
                <a:solidFill>
                  <a:srgbClr val="202124"/>
                </a:solidFill>
              </a:defRPr>
            </a:lvl5pPr>
            <a:lvl6pPr>
              <a:defRPr sz="2100" b="1">
                <a:solidFill>
                  <a:srgbClr val="202124"/>
                </a:solidFill>
              </a:defRPr>
            </a:lvl6pPr>
            <a:lvl7pPr>
              <a:defRPr sz="2100" b="1">
                <a:solidFill>
                  <a:srgbClr val="202124"/>
                </a:solidFill>
              </a:defRPr>
            </a:lvl7pPr>
            <a:lvl8pPr>
              <a:defRPr sz="2100" b="1">
                <a:solidFill>
                  <a:srgbClr val="202124"/>
                </a:solidFill>
              </a:defRPr>
            </a:lvl8pPr>
            <a:lvl9pPr>
              <a:defRPr sz="2100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02124"/>
                </a:solidFill>
              </a:defRPr>
            </a:pPr>
            <a:r>
              <a:rPr sz="2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Additional details: accessibility and independence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26A9443-D0D3-4550-A2C6-0C31680B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763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967D2"/>
                </a:solidFill>
              </a:defRPr>
            </a:defPPr>
            <a:lvl1pPr>
              <a:defRPr sz="1875" b="1">
                <a:solidFill>
                  <a:srgbClr val="1967D2"/>
                </a:solidFill>
              </a:defRPr>
            </a:lvl1pPr>
            <a:lvl2pPr>
              <a:defRPr sz="1875" b="1">
                <a:solidFill>
                  <a:srgbClr val="1967D2"/>
                </a:solidFill>
              </a:defRPr>
            </a:lvl2pPr>
            <a:lvl3pPr>
              <a:defRPr sz="1875" b="1">
                <a:solidFill>
                  <a:srgbClr val="1967D2"/>
                </a:solidFill>
              </a:defRPr>
            </a:lvl3pPr>
            <a:lvl4pPr>
              <a:defRPr sz="1875" b="1">
                <a:solidFill>
                  <a:srgbClr val="1967D2"/>
                </a:solidFill>
              </a:defRPr>
            </a:lvl4pPr>
            <a:lvl5pPr>
              <a:defRPr sz="1875" b="1">
                <a:solidFill>
                  <a:srgbClr val="1967D2"/>
                </a:solidFill>
              </a:defRPr>
            </a:lvl5pPr>
            <a:lvl6pPr>
              <a:defRPr sz="1875" b="1">
                <a:solidFill>
                  <a:srgbClr val="1967D2"/>
                </a:solidFill>
              </a:defRPr>
            </a:lvl6pPr>
            <a:lvl7pPr>
              <a:defRPr sz="1875" b="1">
                <a:solidFill>
                  <a:srgbClr val="1967D2"/>
                </a:solidFill>
              </a:defRPr>
            </a:lvl7pPr>
            <a:lvl8pPr>
              <a:defRPr sz="1875" b="1">
                <a:solidFill>
                  <a:srgbClr val="1967D2"/>
                </a:solidFill>
              </a:defRPr>
            </a:lvl8pPr>
            <a:lvl9pPr>
              <a:defRPr sz="187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67D2"/>
                </a:solidFill>
              </a:defRPr>
            </a:pPr>
            <a:r>
              <a:rPr sz="1875" b="1">
                <a:solidFill>
                  <a:srgbClr val="1967D2"/>
                </a:solidFill>
              </a:rPr>
              <a:t>For the person using Saathi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C16C128-3355-41B3-98E8-40D6A8A2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95475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02124"/>
                </a:solidFill>
              </a:defRPr>
            </a:defPPr>
            <a:lvl1pPr>
              <a:defRPr sz="1650" b="0">
                <a:solidFill>
                  <a:srgbClr val="202124"/>
                </a:solidFill>
              </a:defRPr>
            </a:lvl1pPr>
            <a:lvl2pPr>
              <a:defRPr sz="1650" b="0">
                <a:solidFill>
                  <a:srgbClr val="202124"/>
                </a:solidFill>
              </a:defRPr>
            </a:lvl2pPr>
            <a:lvl3pPr>
              <a:defRPr sz="1650" b="0">
                <a:solidFill>
                  <a:srgbClr val="202124"/>
                </a:solidFill>
              </a:defRPr>
            </a:lvl3pPr>
            <a:lvl4pPr>
              <a:defRPr sz="1650" b="0">
                <a:solidFill>
                  <a:srgbClr val="202124"/>
                </a:solidFill>
              </a:defRPr>
            </a:lvl4pPr>
            <a:lvl5pPr>
              <a:defRPr sz="1650" b="0">
                <a:solidFill>
                  <a:srgbClr val="202124"/>
                </a:solidFill>
              </a:defRPr>
            </a:lvl5pPr>
            <a:lvl6pPr>
              <a:defRPr sz="1650" b="0">
                <a:solidFill>
                  <a:srgbClr val="202124"/>
                </a:solidFill>
              </a:defRPr>
            </a:lvl6pPr>
            <a:lvl7pPr>
              <a:defRPr sz="1650" b="0">
                <a:solidFill>
                  <a:srgbClr val="202124"/>
                </a:solidFill>
              </a:defRPr>
            </a:lvl7pPr>
            <a:lvl8pPr>
              <a:defRPr sz="1650" b="0">
                <a:solidFill>
                  <a:srgbClr val="202124"/>
                </a:solidFill>
              </a:defRPr>
            </a:lvl8pPr>
            <a:lvl9pPr>
              <a:defRPr sz="16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Speak or type a familiar request. Reuse preferences instead of repeating them.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6F550BE6-7E71-4E08-83F6-E02BE4FE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763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967D2"/>
                </a:solidFill>
              </a:defRPr>
            </a:defPPr>
            <a:lvl1pPr>
              <a:defRPr sz="1875" b="1">
                <a:solidFill>
                  <a:srgbClr val="1967D2"/>
                </a:solidFill>
              </a:defRPr>
            </a:lvl1pPr>
            <a:lvl2pPr>
              <a:defRPr sz="1875" b="1">
                <a:solidFill>
                  <a:srgbClr val="1967D2"/>
                </a:solidFill>
              </a:defRPr>
            </a:lvl2pPr>
            <a:lvl3pPr>
              <a:defRPr sz="1875" b="1">
                <a:solidFill>
                  <a:srgbClr val="1967D2"/>
                </a:solidFill>
              </a:defRPr>
            </a:lvl3pPr>
            <a:lvl4pPr>
              <a:defRPr sz="1875" b="1">
                <a:solidFill>
                  <a:srgbClr val="1967D2"/>
                </a:solidFill>
              </a:defRPr>
            </a:lvl4pPr>
            <a:lvl5pPr>
              <a:defRPr sz="1875" b="1">
                <a:solidFill>
                  <a:srgbClr val="1967D2"/>
                </a:solidFill>
              </a:defRPr>
            </a:lvl5pPr>
            <a:lvl6pPr>
              <a:defRPr sz="1875" b="1">
                <a:solidFill>
                  <a:srgbClr val="1967D2"/>
                </a:solidFill>
              </a:defRPr>
            </a:lvl6pPr>
            <a:lvl7pPr>
              <a:defRPr sz="1875" b="1">
                <a:solidFill>
                  <a:srgbClr val="1967D2"/>
                </a:solidFill>
              </a:defRPr>
            </a:lvl7pPr>
            <a:lvl8pPr>
              <a:defRPr sz="1875" b="1">
                <a:solidFill>
                  <a:srgbClr val="1967D2"/>
                </a:solidFill>
              </a:defRPr>
            </a:lvl8pPr>
            <a:lvl9pPr>
              <a:defRPr sz="187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67D2"/>
                </a:solidFill>
              </a:defRPr>
            </a:pPr>
            <a:r>
              <a:rPr sz="1875" b="1">
                <a:solidFill>
                  <a:srgbClr val="1967D2"/>
                </a:solidFill>
              </a:rPr>
              <a:t>For family and caregivers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2CF43CB-90AD-4A1B-8477-EED3C2D3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95475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02124"/>
                </a:solidFill>
              </a:defRPr>
            </a:defPPr>
            <a:lvl1pPr>
              <a:defRPr sz="1650" b="0">
                <a:solidFill>
                  <a:srgbClr val="202124"/>
                </a:solidFill>
              </a:defRPr>
            </a:lvl1pPr>
            <a:lvl2pPr>
              <a:defRPr sz="1650" b="0">
                <a:solidFill>
                  <a:srgbClr val="202124"/>
                </a:solidFill>
              </a:defRPr>
            </a:lvl2pPr>
            <a:lvl3pPr>
              <a:defRPr sz="1650" b="0">
                <a:solidFill>
                  <a:srgbClr val="202124"/>
                </a:solidFill>
              </a:defRPr>
            </a:lvl3pPr>
            <a:lvl4pPr>
              <a:defRPr sz="1650" b="0">
                <a:solidFill>
                  <a:srgbClr val="202124"/>
                </a:solidFill>
              </a:defRPr>
            </a:lvl4pPr>
            <a:lvl5pPr>
              <a:defRPr sz="1650" b="0">
                <a:solidFill>
                  <a:srgbClr val="202124"/>
                </a:solidFill>
              </a:defRPr>
            </a:lvl5pPr>
            <a:lvl6pPr>
              <a:defRPr sz="1650" b="0">
                <a:solidFill>
                  <a:srgbClr val="202124"/>
                </a:solidFill>
              </a:defRPr>
            </a:lvl6pPr>
            <a:lvl7pPr>
              <a:defRPr sz="1650" b="0">
                <a:solidFill>
                  <a:srgbClr val="202124"/>
                </a:solidFill>
              </a:defRPr>
            </a:lvl7pPr>
            <a:lvl8pPr>
              <a:defRPr sz="1650" b="0">
                <a:solidFill>
                  <a:srgbClr val="202124"/>
                </a:solidFill>
              </a:defRPr>
            </a:lvl8pPr>
            <a:lvl9pPr>
              <a:defRPr sz="16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02124"/>
                </a:solidFill>
              </a:defRPr>
            </a:pPr>
            <a:r>
              <a:rPr sz="1650" b="0">
                <a:solidFill>
                  <a:srgbClr val="202124"/>
                </a:solidFill>
              </a:rPr>
              <a:t>Offer help through explicit permissions and approval settings.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875B181-D267-408E-B215-F3759784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95625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967D2"/>
                </a:solidFill>
              </a:defRPr>
            </a:defPPr>
            <a:lvl1pPr>
              <a:defRPr sz="2250" b="1">
                <a:solidFill>
                  <a:srgbClr val="1967D2"/>
                </a:solidFill>
              </a:defRPr>
            </a:lvl1pPr>
            <a:lvl2pPr>
              <a:defRPr sz="2250" b="1">
                <a:solidFill>
                  <a:srgbClr val="1967D2"/>
                </a:solidFill>
              </a:defRPr>
            </a:lvl2pPr>
            <a:lvl3pPr>
              <a:defRPr sz="2250" b="1">
                <a:solidFill>
                  <a:srgbClr val="1967D2"/>
                </a:solidFill>
              </a:defRPr>
            </a:lvl3pPr>
            <a:lvl4pPr>
              <a:defRPr sz="2250" b="1">
                <a:solidFill>
                  <a:srgbClr val="1967D2"/>
                </a:solidFill>
              </a:defRPr>
            </a:lvl4pPr>
            <a:lvl5pPr>
              <a:defRPr sz="2250" b="1">
                <a:solidFill>
                  <a:srgbClr val="1967D2"/>
                </a:solidFill>
              </a:defRPr>
            </a:lvl5pPr>
            <a:lvl6pPr>
              <a:defRPr sz="2250" b="1">
                <a:solidFill>
                  <a:srgbClr val="1967D2"/>
                </a:solidFill>
              </a:defRPr>
            </a:lvl6pPr>
            <a:lvl7pPr>
              <a:defRPr sz="2250" b="1">
                <a:solidFill>
                  <a:srgbClr val="1967D2"/>
                </a:solidFill>
              </a:defRPr>
            </a:lvl7pPr>
            <a:lvl8pPr>
              <a:defRPr sz="2250" b="1">
                <a:solidFill>
                  <a:srgbClr val="1967D2"/>
                </a:solidFill>
              </a:defRPr>
            </a:lvl8pPr>
            <a:lvl9pPr>
              <a:defRPr sz="2250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967D2"/>
                </a:solidFill>
              </a:defRPr>
            </a:pPr>
            <a:r>
              <a:rPr sz="2250" b="1">
                <a:solidFill>
                  <a:srgbClr val="1967D2"/>
                </a:solidFill>
              </a:rPr>
              <a:t>The intended impact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69A127A-D1AE-4EC2-857E-9C71FE5F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95700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202124"/>
                </a:solidFill>
              </a:defRPr>
            </a:defPPr>
            <a:lvl1pPr>
              <a:defRPr sz="2550" b="0">
                <a:solidFill>
                  <a:srgbClr val="202124"/>
                </a:solidFill>
              </a:defRPr>
            </a:lvl1pPr>
            <a:lvl2pPr>
              <a:defRPr sz="2550" b="0">
                <a:solidFill>
                  <a:srgbClr val="202124"/>
                </a:solidFill>
              </a:defRPr>
            </a:lvl2pPr>
            <a:lvl3pPr>
              <a:defRPr sz="2550" b="0">
                <a:solidFill>
                  <a:srgbClr val="202124"/>
                </a:solidFill>
              </a:defRPr>
            </a:lvl3pPr>
            <a:lvl4pPr>
              <a:defRPr sz="2550" b="0">
                <a:solidFill>
                  <a:srgbClr val="202124"/>
                </a:solidFill>
              </a:defRPr>
            </a:lvl4pPr>
            <a:lvl5pPr>
              <a:defRPr sz="2550" b="0">
                <a:solidFill>
                  <a:srgbClr val="202124"/>
                </a:solidFill>
              </a:defRPr>
            </a:lvl5pPr>
            <a:lvl6pPr>
              <a:defRPr sz="2550" b="0">
                <a:solidFill>
                  <a:srgbClr val="202124"/>
                </a:solidFill>
              </a:defRPr>
            </a:lvl6pPr>
            <a:lvl7pPr>
              <a:defRPr sz="2550" b="0">
                <a:solidFill>
                  <a:srgbClr val="202124"/>
                </a:solidFill>
              </a:defRPr>
            </a:lvl7pPr>
            <a:lvl8pPr>
              <a:defRPr sz="2550" b="0">
                <a:solidFill>
                  <a:srgbClr val="202124"/>
                </a:solidFill>
              </a:defRPr>
            </a:lvl8pPr>
            <a:lvl9pPr>
              <a:defRPr sz="2550" b="0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2124"/>
                </a:solidFill>
              </a:defRPr>
            </a:pPr>
            <a:r>
              <a:rPr sz="2550" b="0">
                <a:solidFill>
                  <a:srgbClr val="202124"/>
                </a:solidFill>
              </a:rPr>
              <a:t>Make essential digital services easier to understand and use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10079103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3CCFE866-8F9F-4E7E-87DF-099B3E2B67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35514e53ad45d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23491483-A957-4528-9C73-5FE77B2484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a154295a24c6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C40373C2-634E-41F5-98DC-594D28B7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250" y="5071875"/>
            <a:ext cx="9173400" cy="97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5ED518BE-A8FC-45D6-90EC-2C106B16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39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02124"/>
                </a:solidFill>
              </a:defRPr>
            </a:defPPr>
            <a:lvl1pPr>
              <a:defRPr sz="2100" b="1">
                <a:solidFill>
                  <a:srgbClr val="202124"/>
                </a:solidFill>
              </a:defRPr>
            </a:lvl1pPr>
            <a:lvl2pPr>
              <a:defRPr sz="2100" b="1">
                <a:solidFill>
                  <a:srgbClr val="202124"/>
                </a:solidFill>
              </a:defRPr>
            </a:lvl2pPr>
            <a:lvl3pPr>
              <a:defRPr sz="2100" b="1">
                <a:solidFill>
                  <a:srgbClr val="202124"/>
                </a:solidFill>
              </a:defRPr>
            </a:lvl3pPr>
            <a:lvl4pPr>
              <a:defRPr sz="2100" b="1">
                <a:solidFill>
                  <a:srgbClr val="202124"/>
                </a:solidFill>
              </a:defRPr>
            </a:lvl4pPr>
            <a:lvl5pPr>
              <a:defRPr sz="2100" b="1">
                <a:solidFill>
                  <a:srgbClr val="202124"/>
                </a:solidFill>
              </a:defRPr>
            </a:lvl5pPr>
            <a:lvl6pPr>
              <a:defRPr sz="2100" b="1">
                <a:solidFill>
                  <a:srgbClr val="202124"/>
                </a:solidFill>
              </a:defRPr>
            </a:lvl6pPr>
            <a:lvl7pPr>
              <a:defRPr sz="2100" b="1">
                <a:solidFill>
                  <a:srgbClr val="202124"/>
                </a:solidFill>
              </a:defRPr>
            </a:lvl7pPr>
            <a:lvl8pPr>
              <a:defRPr sz="2100" b="1">
                <a:solidFill>
                  <a:srgbClr val="202124"/>
                </a:solidFill>
              </a:defRPr>
            </a:lvl8pPr>
            <a:lvl9pPr>
              <a:defRPr sz="2100" b="1">
                <a:solidFill>
                  <a:srgbClr val="202124"/>
                </a:solidFill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02124"/>
                </a:solidFill>
              </a:defRPr>
            </a:pPr>
            <a:r>
              <a:rPr sz="2100" b="1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Submission links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BF9D5DD-46ED-4AAD-9A7F-D480667A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1447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967D2"/>
                </a:solidFill>
              </a:defRPr>
            </a:defPPr>
            <a:lvl1pPr>
              <a:defRPr sz="2025" b="1">
                <a:solidFill>
                  <a:srgbClr val="1967D2"/>
                </a:solidFill>
              </a:defRPr>
            </a:lvl1pPr>
            <a:lvl2pPr>
              <a:defRPr sz="2025" b="1">
                <a:solidFill>
                  <a:srgbClr val="1967D2"/>
                </a:solidFill>
              </a:defRPr>
            </a:lvl2pPr>
            <a:lvl3pPr>
              <a:defRPr sz="2025" b="1">
                <a:solidFill>
                  <a:srgbClr val="1967D2"/>
                </a:solidFill>
              </a:defRPr>
            </a:lvl3pPr>
            <a:lvl4pPr>
              <a:defRPr sz="2025" b="1">
                <a:solidFill>
                  <a:srgbClr val="1967D2"/>
                </a:solidFill>
              </a:defRPr>
            </a:lvl4pPr>
            <a:lvl5pPr>
              <a:defRPr sz="2025" b="1">
                <a:solidFill>
                  <a:srgbClr val="1967D2"/>
                </a:solidFill>
              </a:defRPr>
            </a:lvl5pPr>
            <a:lvl6pPr>
              <a:defRPr sz="2025" b="1">
                <a:solidFill>
                  <a:srgbClr val="1967D2"/>
                </a:solidFill>
              </a:defRPr>
            </a:lvl6pPr>
            <a:lvl7pPr>
              <a:defRPr sz="2025" b="1">
                <a:solidFill>
                  <a:srgbClr val="1967D2"/>
                </a:solidFill>
              </a:defRPr>
            </a:lvl7pPr>
            <a:lvl8pPr>
              <a:defRPr sz="2025" b="1">
                <a:solidFill>
                  <a:srgbClr val="1967D2"/>
                </a:solidFill>
              </a:defRPr>
            </a:lvl8pPr>
            <a:lvl9pPr>
              <a:defRPr sz="202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67D2"/>
                </a:solidFill>
              </a:defRPr>
            </a:pPr>
            <a:r>
              <a:rPr sz="2025" b="1">
                <a:solidFill>
                  <a:srgbClr val="1967D2"/>
                </a:solidFill>
              </a:rPr>
              <a:t>GitHub public repository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507A7DE-D21D-41AB-98E7-485A1A58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4310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F6368"/>
                </a:solidFill>
              </a:defRPr>
            </a:defPPr>
            <a:lvl1pPr>
              <a:defRPr sz="1725" b="0">
                <a:solidFill>
                  <a:srgbClr val="5F6368"/>
                </a:solidFill>
              </a:defRPr>
            </a:lvl1pPr>
            <a:lvl2pPr>
              <a:defRPr sz="1725" b="0">
                <a:solidFill>
                  <a:srgbClr val="5F6368"/>
                </a:solidFill>
              </a:defRPr>
            </a:lvl2pPr>
            <a:lvl3pPr>
              <a:defRPr sz="1725" b="0">
                <a:solidFill>
                  <a:srgbClr val="5F6368"/>
                </a:solidFill>
              </a:defRPr>
            </a:lvl3pPr>
            <a:lvl4pPr>
              <a:defRPr sz="1725" b="0">
                <a:solidFill>
                  <a:srgbClr val="5F6368"/>
                </a:solidFill>
              </a:defRPr>
            </a:lvl4pPr>
            <a:lvl5pPr>
              <a:defRPr sz="1725" b="0">
                <a:solidFill>
                  <a:srgbClr val="5F6368"/>
                </a:solidFill>
              </a:defRPr>
            </a:lvl5pPr>
            <a:lvl6pPr>
              <a:defRPr sz="1725" b="0">
                <a:solidFill>
                  <a:srgbClr val="5F6368"/>
                </a:solidFill>
              </a:defRPr>
            </a:lvl6pPr>
            <a:lvl7pPr>
              <a:defRPr sz="1725" b="0">
                <a:solidFill>
                  <a:srgbClr val="5F6368"/>
                </a:solidFill>
              </a:defRPr>
            </a:lvl7pPr>
            <a:lvl8pPr>
              <a:defRPr sz="1725" b="0">
                <a:solidFill>
                  <a:srgbClr val="5F6368"/>
                </a:solidFill>
              </a:defRPr>
            </a:lvl8pPr>
            <a:lvl9pPr>
              <a:defRPr sz="1725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368"/>
                </a:solidFill>
              </a:defRPr>
            </a:pPr>
            <a:r>
              <a:rPr sz="1725" b="0">
                <a:solidFill>
                  <a:srgbClr val="5F6368"/>
                </a:solidFill>
              </a:rPr>
              <a:t>[Add public GitHub URL]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E4D4CE6-4ECC-4A2A-AD2C-05A42255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8127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967D2"/>
                </a:solidFill>
              </a:defRPr>
            </a:defPPr>
            <a:lvl1pPr>
              <a:defRPr sz="2025" b="1">
                <a:solidFill>
                  <a:srgbClr val="1967D2"/>
                </a:solidFill>
              </a:defRPr>
            </a:lvl1pPr>
            <a:lvl2pPr>
              <a:defRPr sz="2025" b="1">
                <a:solidFill>
                  <a:srgbClr val="1967D2"/>
                </a:solidFill>
              </a:defRPr>
            </a:lvl2pPr>
            <a:lvl3pPr>
              <a:defRPr sz="2025" b="1">
                <a:solidFill>
                  <a:srgbClr val="1967D2"/>
                </a:solidFill>
              </a:defRPr>
            </a:lvl3pPr>
            <a:lvl4pPr>
              <a:defRPr sz="2025" b="1">
                <a:solidFill>
                  <a:srgbClr val="1967D2"/>
                </a:solidFill>
              </a:defRPr>
            </a:lvl4pPr>
            <a:lvl5pPr>
              <a:defRPr sz="2025" b="1">
                <a:solidFill>
                  <a:srgbClr val="1967D2"/>
                </a:solidFill>
              </a:defRPr>
            </a:lvl5pPr>
            <a:lvl6pPr>
              <a:defRPr sz="2025" b="1">
                <a:solidFill>
                  <a:srgbClr val="1967D2"/>
                </a:solidFill>
              </a:defRPr>
            </a:lvl6pPr>
            <a:lvl7pPr>
              <a:defRPr sz="2025" b="1">
                <a:solidFill>
                  <a:srgbClr val="1967D2"/>
                </a:solidFill>
              </a:defRPr>
            </a:lvl7pPr>
            <a:lvl8pPr>
              <a:defRPr sz="2025" b="1">
                <a:solidFill>
                  <a:srgbClr val="1967D2"/>
                </a:solidFill>
              </a:defRPr>
            </a:lvl8pPr>
            <a:lvl9pPr>
              <a:defRPr sz="202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67D2"/>
                </a:solidFill>
              </a:defRPr>
            </a:pPr>
            <a:r>
              <a:rPr sz="2025" b="1">
                <a:solidFill>
                  <a:srgbClr val="1967D2"/>
                </a:solidFill>
              </a:rPr>
              <a:t>Demo video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189C1F23-0989-4C47-98F6-D07F5736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0990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F6368"/>
                </a:solidFill>
              </a:defRPr>
            </a:defPPr>
            <a:lvl1pPr>
              <a:defRPr sz="1725" b="0">
                <a:solidFill>
                  <a:srgbClr val="5F6368"/>
                </a:solidFill>
              </a:defRPr>
            </a:lvl1pPr>
            <a:lvl2pPr>
              <a:defRPr sz="1725" b="0">
                <a:solidFill>
                  <a:srgbClr val="5F6368"/>
                </a:solidFill>
              </a:defRPr>
            </a:lvl2pPr>
            <a:lvl3pPr>
              <a:defRPr sz="1725" b="0">
                <a:solidFill>
                  <a:srgbClr val="5F6368"/>
                </a:solidFill>
              </a:defRPr>
            </a:lvl3pPr>
            <a:lvl4pPr>
              <a:defRPr sz="1725" b="0">
                <a:solidFill>
                  <a:srgbClr val="5F6368"/>
                </a:solidFill>
              </a:defRPr>
            </a:lvl4pPr>
            <a:lvl5pPr>
              <a:defRPr sz="1725" b="0">
                <a:solidFill>
                  <a:srgbClr val="5F6368"/>
                </a:solidFill>
              </a:defRPr>
            </a:lvl5pPr>
            <a:lvl6pPr>
              <a:defRPr sz="1725" b="0">
                <a:solidFill>
                  <a:srgbClr val="5F6368"/>
                </a:solidFill>
              </a:defRPr>
            </a:lvl6pPr>
            <a:lvl7pPr>
              <a:defRPr sz="1725" b="0">
                <a:solidFill>
                  <a:srgbClr val="5F6368"/>
                </a:solidFill>
              </a:defRPr>
            </a:lvl7pPr>
            <a:lvl8pPr>
              <a:defRPr sz="1725" b="0">
                <a:solidFill>
                  <a:srgbClr val="5F6368"/>
                </a:solidFill>
              </a:defRPr>
            </a:lvl8pPr>
            <a:lvl9pPr>
              <a:defRPr sz="1725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368"/>
                </a:solidFill>
              </a:defRPr>
            </a:pPr>
            <a:r>
              <a:rPr sz="1725" b="0">
                <a:solidFill>
                  <a:srgbClr val="5F6368"/>
                </a:solidFill>
              </a:rPr>
              <a:t>[Add 3–4 minute video URL]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F284CF3-3DCB-479E-8D49-ECFEB219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4807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967D2"/>
                </a:solidFill>
              </a:defRPr>
            </a:defPPr>
            <a:lvl1pPr>
              <a:defRPr sz="2025" b="1">
                <a:solidFill>
                  <a:srgbClr val="1967D2"/>
                </a:solidFill>
              </a:defRPr>
            </a:lvl1pPr>
            <a:lvl2pPr>
              <a:defRPr sz="2025" b="1">
                <a:solidFill>
                  <a:srgbClr val="1967D2"/>
                </a:solidFill>
              </a:defRPr>
            </a:lvl2pPr>
            <a:lvl3pPr>
              <a:defRPr sz="2025" b="1">
                <a:solidFill>
                  <a:srgbClr val="1967D2"/>
                </a:solidFill>
              </a:defRPr>
            </a:lvl3pPr>
            <a:lvl4pPr>
              <a:defRPr sz="2025" b="1">
                <a:solidFill>
                  <a:srgbClr val="1967D2"/>
                </a:solidFill>
              </a:defRPr>
            </a:lvl4pPr>
            <a:lvl5pPr>
              <a:defRPr sz="2025" b="1">
                <a:solidFill>
                  <a:srgbClr val="1967D2"/>
                </a:solidFill>
              </a:defRPr>
            </a:lvl5pPr>
            <a:lvl6pPr>
              <a:defRPr sz="2025" b="1">
                <a:solidFill>
                  <a:srgbClr val="1967D2"/>
                </a:solidFill>
              </a:defRPr>
            </a:lvl6pPr>
            <a:lvl7pPr>
              <a:defRPr sz="2025" b="1">
                <a:solidFill>
                  <a:srgbClr val="1967D2"/>
                </a:solidFill>
              </a:defRPr>
            </a:lvl7pPr>
            <a:lvl8pPr>
              <a:defRPr sz="2025" b="1">
                <a:solidFill>
                  <a:srgbClr val="1967D2"/>
                </a:solidFill>
              </a:defRPr>
            </a:lvl8pPr>
            <a:lvl9pPr>
              <a:defRPr sz="2025" b="1">
                <a:solidFill>
                  <a:srgbClr val="1967D2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967D2"/>
                </a:solidFill>
              </a:defRPr>
            </a:pPr>
            <a:r>
              <a:rPr sz="2025" b="1">
                <a:solidFill>
                  <a:srgbClr val="1967D2"/>
                </a:solidFill>
              </a:rPr>
              <a:t>Working prototype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6E736BF-62CA-4CA6-A5DA-72A11A30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7670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F6368"/>
                </a:solidFill>
              </a:defRPr>
            </a:defPPr>
            <a:lvl1pPr>
              <a:defRPr sz="1725" b="0">
                <a:solidFill>
                  <a:srgbClr val="5F6368"/>
                </a:solidFill>
              </a:defRPr>
            </a:lvl1pPr>
            <a:lvl2pPr>
              <a:defRPr sz="1725" b="0">
                <a:solidFill>
                  <a:srgbClr val="5F6368"/>
                </a:solidFill>
              </a:defRPr>
            </a:lvl2pPr>
            <a:lvl3pPr>
              <a:defRPr sz="1725" b="0">
                <a:solidFill>
                  <a:srgbClr val="5F6368"/>
                </a:solidFill>
              </a:defRPr>
            </a:lvl3pPr>
            <a:lvl4pPr>
              <a:defRPr sz="1725" b="0">
                <a:solidFill>
                  <a:srgbClr val="5F6368"/>
                </a:solidFill>
              </a:defRPr>
            </a:lvl4pPr>
            <a:lvl5pPr>
              <a:defRPr sz="1725" b="0">
                <a:solidFill>
                  <a:srgbClr val="5F6368"/>
                </a:solidFill>
              </a:defRPr>
            </a:lvl5pPr>
            <a:lvl6pPr>
              <a:defRPr sz="1725" b="0">
                <a:solidFill>
                  <a:srgbClr val="5F6368"/>
                </a:solidFill>
              </a:defRPr>
            </a:lvl6pPr>
            <a:lvl7pPr>
              <a:defRPr sz="1725" b="0">
                <a:solidFill>
                  <a:srgbClr val="5F6368"/>
                </a:solidFill>
              </a:defRPr>
            </a:lvl7pPr>
            <a:lvl8pPr>
              <a:defRPr sz="1725" b="0">
                <a:solidFill>
                  <a:srgbClr val="5F6368"/>
                </a:solidFill>
              </a:defRPr>
            </a:lvl8pPr>
            <a:lvl9pPr>
              <a:defRPr sz="1725" b="0">
                <a:solidFill>
                  <a:srgbClr val="5F6368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368"/>
                </a:solidFill>
              </a:defRPr>
            </a:pPr>
            <a:r>
              <a:rPr sz="1725" b="0">
                <a:solidFill>
                  <a:srgbClr val="5F6368"/>
                </a:solidFill>
              </a:rPr>
              <a:t>[Add deployed prototype URL]</a:t>
            </a:r>
          </a:p>
        </p:txBody>
      </p:sp>
    </p:spTree>
    <p:extLst>
      <p:ext uri="{BB962C8B-B14F-4D97-AF65-F5344CB8AC3E}">
        <p14:creationId xmlns:p14="http://schemas.microsoft.com/office/powerpoint/2010/main" val="6129741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8F12EC5E-B731-403A-9B5C-DDB491298D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828dbecd7942ba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35FE8526-4DF4-4088-8EFA-AFB8EC5E5D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5f8aa91094e2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16657175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2026-10-18T01:10:06.8420000Z</dcterms:created>
  <dcterms:modified xsi:type="dcterms:W3CDTF">2026-10-18T01:10:06.8420000Z</dcterms:modified>
</coreProperties>
</file>